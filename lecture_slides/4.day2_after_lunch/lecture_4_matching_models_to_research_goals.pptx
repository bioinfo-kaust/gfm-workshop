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8" r:id="rId5"/>
    <p:sldId id="275" r:id="rId6"/>
    <p:sldId id="367" r:id="rId7"/>
    <p:sldId id="368" r:id="rId8"/>
    <p:sldId id="370" r:id="rId9"/>
    <p:sldId id="369" r:id="rId10"/>
    <p:sldId id="372" r:id="rId11"/>
    <p:sldId id="371" r:id="rId12"/>
    <p:sldId id="373" r:id="rId13"/>
    <p:sldId id="374" r:id="rId14"/>
    <p:sldId id="3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AF"/>
    <a:srgbClr val="009193"/>
    <a:srgbClr val="F89500"/>
    <a:srgbClr val="C8E2C4"/>
    <a:srgbClr val="8C509A"/>
    <a:srgbClr val="E9CDFB"/>
    <a:srgbClr val="B7B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03" autoAdjust="0"/>
    <p:restoredTop sz="80408" autoAdjust="0"/>
  </p:normalViewPr>
  <p:slideViewPr>
    <p:cSldViewPr snapToGrid="0">
      <p:cViewPr varScale="1">
        <p:scale>
          <a:sx n="102" d="100"/>
          <a:sy n="102" d="100"/>
        </p:scale>
        <p:origin x="512" y="16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9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A254B6-4C3A-7647-8A5A-2D2D3BD1D90D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AD454F-CB9A-8A48-8369-F59B9BBF54E6}">
      <dgm:prSet phldrT="[Text]"/>
      <dgm:spPr/>
      <dgm:t>
        <a:bodyPr/>
        <a:lstStyle/>
        <a:p>
          <a:pPr rtl="0"/>
          <a:r>
            <a:rPr lang="en-US" dirty="0"/>
            <a:t>Framing the genomic problem</a:t>
          </a:r>
        </a:p>
      </dgm:t>
    </dgm:pt>
    <dgm:pt modelId="{86E5A44E-B2CE-9943-B9BB-566FFD9F2954}" type="parTrans" cxnId="{B4ACCF3F-FF2F-694F-B0E7-9F13CA09D8C8}">
      <dgm:prSet/>
      <dgm:spPr/>
      <dgm:t>
        <a:bodyPr/>
        <a:lstStyle/>
        <a:p>
          <a:endParaRPr lang="en-US"/>
        </a:p>
      </dgm:t>
    </dgm:pt>
    <dgm:pt modelId="{63F39F7C-938F-624A-A641-4FAA0F709762}" type="sibTrans" cxnId="{B4ACCF3F-FF2F-694F-B0E7-9F13CA09D8C8}">
      <dgm:prSet/>
      <dgm:spPr/>
      <dgm:t>
        <a:bodyPr/>
        <a:lstStyle/>
        <a:p>
          <a:endParaRPr lang="en-US"/>
        </a:p>
      </dgm:t>
    </dgm:pt>
    <dgm:pt modelId="{D7D01A68-4F52-F444-839B-E03968113375}">
      <dgm:prSet phldrT="[Text]"/>
      <dgm:spPr/>
      <dgm:t>
        <a:bodyPr/>
        <a:lstStyle/>
        <a:p>
          <a:pPr rtl="0"/>
          <a:r>
            <a:rPr lang="en-US" dirty="0"/>
            <a:t>Model selection criteria</a:t>
          </a:r>
        </a:p>
      </dgm:t>
    </dgm:pt>
    <dgm:pt modelId="{E23414CD-9DDF-BC4C-A28A-FA98866F3A1F}" type="parTrans" cxnId="{48E0EA0E-7595-1B49-AE57-7E4A0D30D047}">
      <dgm:prSet/>
      <dgm:spPr/>
      <dgm:t>
        <a:bodyPr/>
        <a:lstStyle/>
        <a:p>
          <a:endParaRPr lang="en-US"/>
        </a:p>
      </dgm:t>
    </dgm:pt>
    <dgm:pt modelId="{DAFBF452-5DAB-3844-9731-0D58BC823FEE}" type="sibTrans" cxnId="{48E0EA0E-7595-1B49-AE57-7E4A0D30D047}">
      <dgm:prSet/>
      <dgm:spPr/>
      <dgm:t>
        <a:bodyPr/>
        <a:lstStyle/>
        <a:p>
          <a:endParaRPr lang="en-US"/>
        </a:p>
      </dgm:t>
    </dgm:pt>
    <dgm:pt modelId="{E3E236AB-9A70-A740-98DE-348AB32CDFA2}">
      <dgm:prSet phldrT="[Text]"/>
      <dgm:spPr/>
      <dgm:t>
        <a:bodyPr/>
        <a:lstStyle/>
        <a:p>
          <a:pPr rtl="0"/>
          <a:r>
            <a:rPr lang="en-US" dirty="0"/>
            <a:t>Data preparation &amp; tokenization</a:t>
          </a:r>
        </a:p>
      </dgm:t>
    </dgm:pt>
    <dgm:pt modelId="{9F2BACFD-5CE5-DE43-8DF5-9B4F775BF223}" type="parTrans" cxnId="{3C896CB2-6C22-2541-97AD-F2BDF3565F75}">
      <dgm:prSet/>
      <dgm:spPr/>
      <dgm:t>
        <a:bodyPr/>
        <a:lstStyle/>
        <a:p>
          <a:endParaRPr lang="en-US"/>
        </a:p>
      </dgm:t>
    </dgm:pt>
    <dgm:pt modelId="{203A6E10-C6C2-9D46-BB64-987F007C415C}" type="sibTrans" cxnId="{3C896CB2-6C22-2541-97AD-F2BDF3565F75}">
      <dgm:prSet/>
      <dgm:spPr/>
      <dgm:t>
        <a:bodyPr/>
        <a:lstStyle/>
        <a:p>
          <a:endParaRPr lang="en-US"/>
        </a:p>
      </dgm:t>
    </dgm:pt>
    <dgm:pt modelId="{E736F498-4C94-0E42-B926-CD77F6E83D9F}">
      <dgm:prSet phldrT="[Text]"/>
      <dgm:spPr/>
      <dgm:t>
        <a:bodyPr/>
        <a:lstStyle/>
        <a:p>
          <a:pPr rtl="0"/>
          <a:r>
            <a:rPr lang="en-US" dirty="0"/>
            <a:t>Fine-tuning workflow (Hugging Face)</a:t>
          </a:r>
        </a:p>
      </dgm:t>
    </dgm:pt>
    <dgm:pt modelId="{FE22D96A-68AE-B94B-97F3-F231C77F4923}" type="parTrans" cxnId="{271198E7-ABD2-C544-BA34-A48FD78734FD}">
      <dgm:prSet/>
      <dgm:spPr/>
      <dgm:t>
        <a:bodyPr/>
        <a:lstStyle/>
        <a:p>
          <a:endParaRPr lang="en-US"/>
        </a:p>
      </dgm:t>
    </dgm:pt>
    <dgm:pt modelId="{4C79EFF1-4D10-6445-BCC6-A8BAD3F54B2E}" type="sibTrans" cxnId="{271198E7-ABD2-C544-BA34-A48FD78734FD}">
      <dgm:prSet/>
      <dgm:spPr/>
      <dgm:t>
        <a:bodyPr/>
        <a:lstStyle/>
        <a:p>
          <a:endParaRPr lang="en-US"/>
        </a:p>
      </dgm:t>
    </dgm:pt>
    <dgm:pt modelId="{13CA8C1E-BA01-E54C-83A3-882CD8978671}">
      <dgm:prSet phldrT="[Text]"/>
      <dgm:spPr/>
      <dgm:t>
        <a:bodyPr/>
        <a:lstStyle/>
        <a:p>
          <a:pPr rtl="0"/>
          <a:r>
            <a:rPr lang="en-US" dirty="0"/>
            <a:t>Evaluation &amp; best practices</a:t>
          </a:r>
        </a:p>
      </dgm:t>
    </dgm:pt>
    <dgm:pt modelId="{E3EB90E8-B3B5-F843-A530-40284A3785BE}" type="parTrans" cxnId="{CF6098FC-E20F-434A-A6CD-C1BA932F0FB8}">
      <dgm:prSet/>
      <dgm:spPr/>
      <dgm:t>
        <a:bodyPr/>
        <a:lstStyle/>
        <a:p>
          <a:endParaRPr lang="en-US"/>
        </a:p>
      </dgm:t>
    </dgm:pt>
    <dgm:pt modelId="{29861706-B62B-264C-8F84-148A2C6560B8}" type="sibTrans" cxnId="{CF6098FC-E20F-434A-A6CD-C1BA932F0FB8}">
      <dgm:prSet/>
      <dgm:spPr/>
      <dgm:t>
        <a:bodyPr/>
        <a:lstStyle/>
        <a:p>
          <a:endParaRPr lang="en-US"/>
        </a:p>
      </dgm:t>
    </dgm:pt>
    <dgm:pt modelId="{0A18270C-D106-9A46-9D80-816B5E87778F}">
      <dgm:prSet phldrT="[Text]"/>
      <dgm:spPr/>
      <dgm:t>
        <a:bodyPr/>
        <a:lstStyle/>
        <a:p>
          <a:pPr rtl="0"/>
          <a:r>
            <a:rPr lang="en-US" dirty="0"/>
            <a:t>Case studies (Human &amp; Microbial)</a:t>
          </a:r>
        </a:p>
      </dgm:t>
    </dgm:pt>
    <dgm:pt modelId="{C7507132-536C-374B-8FEE-B71E1280A38D}" type="parTrans" cxnId="{5AEE6908-112C-B14C-96E4-607EE8CE1D89}">
      <dgm:prSet/>
      <dgm:spPr/>
      <dgm:t>
        <a:bodyPr/>
        <a:lstStyle/>
        <a:p>
          <a:endParaRPr lang="en-US"/>
        </a:p>
      </dgm:t>
    </dgm:pt>
    <dgm:pt modelId="{5DBA6078-BB86-534C-9691-6E4E7AD55412}" type="sibTrans" cxnId="{5AEE6908-112C-B14C-96E4-607EE8CE1D89}">
      <dgm:prSet/>
      <dgm:spPr/>
      <dgm:t>
        <a:bodyPr/>
        <a:lstStyle/>
        <a:p>
          <a:endParaRPr lang="en-US"/>
        </a:p>
      </dgm:t>
    </dgm:pt>
    <dgm:pt modelId="{085598D1-11E7-C24B-886D-2A53FEC0E2C6}" type="pres">
      <dgm:prSet presAssocID="{70A254B6-4C3A-7647-8A5A-2D2D3BD1D90D}" presName="linear" presStyleCnt="0">
        <dgm:presLayoutVars>
          <dgm:dir/>
          <dgm:animLvl val="lvl"/>
          <dgm:resizeHandles val="exact"/>
        </dgm:presLayoutVars>
      </dgm:prSet>
      <dgm:spPr/>
    </dgm:pt>
    <dgm:pt modelId="{ED54054C-FB7F-EB4A-AFCA-7050ED74EE0A}" type="pres">
      <dgm:prSet presAssocID="{5DAD454F-CB9A-8A48-8369-F59B9BBF54E6}" presName="parentLin" presStyleCnt="0"/>
      <dgm:spPr/>
    </dgm:pt>
    <dgm:pt modelId="{1430116B-50E3-0744-8039-576F3E2C578E}" type="pres">
      <dgm:prSet presAssocID="{5DAD454F-CB9A-8A48-8369-F59B9BBF54E6}" presName="parentLeftMargin" presStyleLbl="node1" presStyleIdx="0" presStyleCnt="6"/>
      <dgm:spPr/>
    </dgm:pt>
    <dgm:pt modelId="{42A2D5D5-C4D8-CF4A-927B-CEA13F9C9F65}" type="pres">
      <dgm:prSet presAssocID="{5DAD454F-CB9A-8A48-8369-F59B9BBF54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47EBA42-F1C5-9D4F-A77D-DBE9682B46D7}" type="pres">
      <dgm:prSet presAssocID="{5DAD454F-CB9A-8A48-8369-F59B9BBF54E6}" presName="negativeSpace" presStyleCnt="0"/>
      <dgm:spPr/>
    </dgm:pt>
    <dgm:pt modelId="{76DDFAE0-3E75-EC48-AF35-BF274C0A27A8}" type="pres">
      <dgm:prSet presAssocID="{5DAD454F-CB9A-8A48-8369-F59B9BBF54E6}" presName="childText" presStyleLbl="conFgAcc1" presStyleIdx="0" presStyleCnt="6">
        <dgm:presLayoutVars>
          <dgm:bulletEnabled val="1"/>
        </dgm:presLayoutVars>
      </dgm:prSet>
      <dgm:spPr/>
    </dgm:pt>
    <dgm:pt modelId="{105F3D0A-1C70-5342-91C0-91CD8D614831}" type="pres">
      <dgm:prSet presAssocID="{63F39F7C-938F-624A-A641-4FAA0F709762}" presName="spaceBetweenRectangles" presStyleCnt="0"/>
      <dgm:spPr/>
    </dgm:pt>
    <dgm:pt modelId="{B1D98B28-70B7-2844-8F81-8D1DC65CC140}" type="pres">
      <dgm:prSet presAssocID="{D7D01A68-4F52-F444-839B-E03968113375}" presName="parentLin" presStyleCnt="0"/>
      <dgm:spPr/>
    </dgm:pt>
    <dgm:pt modelId="{7FABF7A9-798D-BF43-AC44-C4F7A64B68BE}" type="pres">
      <dgm:prSet presAssocID="{D7D01A68-4F52-F444-839B-E03968113375}" presName="parentLeftMargin" presStyleLbl="node1" presStyleIdx="0" presStyleCnt="6"/>
      <dgm:spPr/>
    </dgm:pt>
    <dgm:pt modelId="{A366C613-8768-634C-988E-68919B3FF1DD}" type="pres">
      <dgm:prSet presAssocID="{D7D01A68-4F52-F444-839B-E0396811337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568D268-14D4-C845-A5DD-1D4B8EED182E}" type="pres">
      <dgm:prSet presAssocID="{D7D01A68-4F52-F444-839B-E03968113375}" presName="negativeSpace" presStyleCnt="0"/>
      <dgm:spPr/>
    </dgm:pt>
    <dgm:pt modelId="{DCCF3A2E-50DC-E944-A90B-A4DBFDB624B5}" type="pres">
      <dgm:prSet presAssocID="{D7D01A68-4F52-F444-839B-E03968113375}" presName="childText" presStyleLbl="conFgAcc1" presStyleIdx="1" presStyleCnt="6">
        <dgm:presLayoutVars>
          <dgm:bulletEnabled val="1"/>
        </dgm:presLayoutVars>
      </dgm:prSet>
      <dgm:spPr/>
    </dgm:pt>
    <dgm:pt modelId="{5B71EAE5-BA20-7043-924A-D274ED0531F9}" type="pres">
      <dgm:prSet presAssocID="{DAFBF452-5DAB-3844-9731-0D58BC823FEE}" presName="spaceBetweenRectangles" presStyleCnt="0"/>
      <dgm:spPr/>
    </dgm:pt>
    <dgm:pt modelId="{1AC2FDB9-223A-FB4E-A718-F07A95E2BB05}" type="pres">
      <dgm:prSet presAssocID="{E3E236AB-9A70-A740-98DE-348AB32CDFA2}" presName="parentLin" presStyleCnt="0"/>
      <dgm:spPr/>
    </dgm:pt>
    <dgm:pt modelId="{C9D98D10-FFDB-A14C-8A2B-3E516F2ED64B}" type="pres">
      <dgm:prSet presAssocID="{E3E236AB-9A70-A740-98DE-348AB32CDFA2}" presName="parentLeftMargin" presStyleLbl="node1" presStyleIdx="1" presStyleCnt="6"/>
      <dgm:spPr/>
    </dgm:pt>
    <dgm:pt modelId="{89C436FE-07A9-6F4F-8E5D-F494ECBFA22D}" type="pres">
      <dgm:prSet presAssocID="{E3E236AB-9A70-A740-98DE-348AB32CDFA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A5318E3-6BFB-6F42-9059-F36EA242197F}" type="pres">
      <dgm:prSet presAssocID="{E3E236AB-9A70-A740-98DE-348AB32CDFA2}" presName="negativeSpace" presStyleCnt="0"/>
      <dgm:spPr/>
    </dgm:pt>
    <dgm:pt modelId="{B62885E7-C886-A14E-9B34-FA6E6FFCD36C}" type="pres">
      <dgm:prSet presAssocID="{E3E236AB-9A70-A740-98DE-348AB32CDFA2}" presName="childText" presStyleLbl="conFgAcc1" presStyleIdx="2" presStyleCnt="6">
        <dgm:presLayoutVars>
          <dgm:bulletEnabled val="1"/>
        </dgm:presLayoutVars>
      </dgm:prSet>
      <dgm:spPr/>
    </dgm:pt>
    <dgm:pt modelId="{589551DC-99DB-2444-A0EA-BF3407B4B0E8}" type="pres">
      <dgm:prSet presAssocID="{203A6E10-C6C2-9D46-BB64-987F007C415C}" presName="spaceBetweenRectangles" presStyleCnt="0"/>
      <dgm:spPr/>
    </dgm:pt>
    <dgm:pt modelId="{C94E273B-47BA-CE4E-BE78-BAFEEE1F1AA8}" type="pres">
      <dgm:prSet presAssocID="{E736F498-4C94-0E42-B926-CD77F6E83D9F}" presName="parentLin" presStyleCnt="0"/>
      <dgm:spPr/>
    </dgm:pt>
    <dgm:pt modelId="{F4D88367-8879-A64B-ACCD-133E586474DA}" type="pres">
      <dgm:prSet presAssocID="{E736F498-4C94-0E42-B926-CD77F6E83D9F}" presName="parentLeftMargin" presStyleLbl="node1" presStyleIdx="2" presStyleCnt="6"/>
      <dgm:spPr/>
    </dgm:pt>
    <dgm:pt modelId="{BFFE455C-3245-ED4C-A578-3278946FD31F}" type="pres">
      <dgm:prSet presAssocID="{E736F498-4C94-0E42-B926-CD77F6E83D9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3C301CD-002A-B446-B2FF-201385D1F1C8}" type="pres">
      <dgm:prSet presAssocID="{E736F498-4C94-0E42-B926-CD77F6E83D9F}" presName="negativeSpace" presStyleCnt="0"/>
      <dgm:spPr/>
    </dgm:pt>
    <dgm:pt modelId="{CCAD6304-8E36-3349-9A4B-29B35D9234F7}" type="pres">
      <dgm:prSet presAssocID="{E736F498-4C94-0E42-B926-CD77F6E83D9F}" presName="childText" presStyleLbl="conFgAcc1" presStyleIdx="3" presStyleCnt="6">
        <dgm:presLayoutVars>
          <dgm:bulletEnabled val="1"/>
        </dgm:presLayoutVars>
      </dgm:prSet>
      <dgm:spPr/>
    </dgm:pt>
    <dgm:pt modelId="{463062BC-A1A4-AA4F-B573-70C2AF875488}" type="pres">
      <dgm:prSet presAssocID="{4C79EFF1-4D10-6445-BCC6-A8BAD3F54B2E}" presName="spaceBetweenRectangles" presStyleCnt="0"/>
      <dgm:spPr/>
    </dgm:pt>
    <dgm:pt modelId="{8647A30A-658F-204B-B03C-94DC6F3187FD}" type="pres">
      <dgm:prSet presAssocID="{13CA8C1E-BA01-E54C-83A3-882CD8978671}" presName="parentLin" presStyleCnt="0"/>
      <dgm:spPr/>
    </dgm:pt>
    <dgm:pt modelId="{C253DD0F-F0DC-DD4F-B3E1-A0EDF5E3B8FA}" type="pres">
      <dgm:prSet presAssocID="{13CA8C1E-BA01-E54C-83A3-882CD8978671}" presName="parentLeftMargin" presStyleLbl="node1" presStyleIdx="3" presStyleCnt="6"/>
      <dgm:spPr/>
    </dgm:pt>
    <dgm:pt modelId="{1A3E4466-946B-EA40-B712-82FF2F7D103B}" type="pres">
      <dgm:prSet presAssocID="{13CA8C1E-BA01-E54C-83A3-882CD897867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FF24C5C-1A4C-FB4B-ACDB-DD7CEF63FF85}" type="pres">
      <dgm:prSet presAssocID="{13CA8C1E-BA01-E54C-83A3-882CD8978671}" presName="negativeSpace" presStyleCnt="0"/>
      <dgm:spPr/>
    </dgm:pt>
    <dgm:pt modelId="{450E7BB9-90C7-274C-A55B-535D5F4E3F98}" type="pres">
      <dgm:prSet presAssocID="{13CA8C1E-BA01-E54C-83A3-882CD8978671}" presName="childText" presStyleLbl="conFgAcc1" presStyleIdx="4" presStyleCnt="6">
        <dgm:presLayoutVars>
          <dgm:bulletEnabled val="1"/>
        </dgm:presLayoutVars>
      </dgm:prSet>
      <dgm:spPr/>
    </dgm:pt>
    <dgm:pt modelId="{B12626EB-4D9B-6143-8C8C-BF13039DA134}" type="pres">
      <dgm:prSet presAssocID="{29861706-B62B-264C-8F84-148A2C6560B8}" presName="spaceBetweenRectangles" presStyleCnt="0"/>
      <dgm:spPr/>
    </dgm:pt>
    <dgm:pt modelId="{94AD17AE-D188-1042-AEEF-692F62702940}" type="pres">
      <dgm:prSet presAssocID="{0A18270C-D106-9A46-9D80-816B5E87778F}" presName="parentLin" presStyleCnt="0"/>
      <dgm:spPr/>
    </dgm:pt>
    <dgm:pt modelId="{9BEE725B-EFF7-9F40-BE40-25E39D24DBDA}" type="pres">
      <dgm:prSet presAssocID="{0A18270C-D106-9A46-9D80-816B5E87778F}" presName="parentLeftMargin" presStyleLbl="node1" presStyleIdx="4" presStyleCnt="6"/>
      <dgm:spPr/>
    </dgm:pt>
    <dgm:pt modelId="{C29C4ED1-513A-9343-B6EB-D3156EFF0C29}" type="pres">
      <dgm:prSet presAssocID="{0A18270C-D106-9A46-9D80-816B5E87778F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BE5D8D5F-07AB-3341-B003-42A059968DEE}" type="pres">
      <dgm:prSet presAssocID="{0A18270C-D106-9A46-9D80-816B5E87778F}" presName="negativeSpace" presStyleCnt="0"/>
      <dgm:spPr/>
    </dgm:pt>
    <dgm:pt modelId="{2B94DB16-8520-B140-A4DE-641341933A55}" type="pres">
      <dgm:prSet presAssocID="{0A18270C-D106-9A46-9D80-816B5E87778F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5AEE6908-112C-B14C-96E4-607EE8CE1D89}" srcId="{70A254B6-4C3A-7647-8A5A-2D2D3BD1D90D}" destId="{0A18270C-D106-9A46-9D80-816B5E87778F}" srcOrd="5" destOrd="0" parTransId="{C7507132-536C-374B-8FEE-B71E1280A38D}" sibTransId="{5DBA6078-BB86-534C-9691-6E4E7AD55412}"/>
    <dgm:cxn modelId="{48E0EA0E-7595-1B49-AE57-7E4A0D30D047}" srcId="{70A254B6-4C3A-7647-8A5A-2D2D3BD1D90D}" destId="{D7D01A68-4F52-F444-839B-E03968113375}" srcOrd="1" destOrd="0" parTransId="{E23414CD-9DDF-BC4C-A28A-FA98866F3A1F}" sibTransId="{DAFBF452-5DAB-3844-9731-0D58BC823FEE}"/>
    <dgm:cxn modelId="{65DA9219-0825-8842-AD30-484E384C0934}" type="presOf" srcId="{D7D01A68-4F52-F444-839B-E03968113375}" destId="{7FABF7A9-798D-BF43-AC44-C4F7A64B68BE}" srcOrd="0" destOrd="0" presId="urn:microsoft.com/office/officeart/2005/8/layout/list1"/>
    <dgm:cxn modelId="{DC5C9B22-F4DA-054C-83E5-036957A81AA0}" type="presOf" srcId="{0A18270C-D106-9A46-9D80-816B5E87778F}" destId="{C29C4ED1-513A-9343-B6EB-D3156EFF0C29}" srcOrd="1" destOrd="0" presId="urn:microsoft.com/office/officeart/2005/8/layout/list1"/>
    <dgm:cxn modelId="{2DB8F736-5D91-F642-ABA2-498FA45F9480}" type="presOf" srcId="{E736F498-4C94-0E42-B926-CD77F6E83D9F}" destId="{F4D88367-8879-A64B-ACCD-133E586474DA}" srcOrd="0" destOrd="0" presId="urn:microsoft.com/office/officeart/2005/8/layout/list1"/>
    <dgm:cxn modelId="{B4ACCF3F-FF2F-694F-B0E7-9F13CA09D8C8}" srcId="{70A254B6-4C3A-7647-8A5A-2D2D3BD1D90D}" destId="{5DAD454F-CB9A-8A48-8369-F59B9BBF54E6}" srcOrd="0" destOrd="0" parTransId="{86E5A44E-B2CE-9943-B9BB-566FFD9F2954}" sibTransId="{63F39F7C-938F-624A-A641-4FAA0F709762}"/>
    <dgm:cxn modelId="{AC0FB743-58A5-DB48-BEF3-B991BBD8A969}" type="presOf" srcId="{E736F498-4C94-0E42-B926-CD77F6E83D9F}" destId="{BFFE455C-3245-ED4C-A578-3278946FD31F}" srcOrd="1" destOrd="0" presId="urn:microsoft.com/office/officeart/2005/8/layout/list1"/>
    <dgm:cxn modelId="{BFC1244A-88D6-3243-81AD-4DC366F1F08F}" type="presOf" srcId="{13CA8C1E-BA01-E54C-83A3-882CD8978671}" destId="{C253DD0F-F0DC-DD4F-B3E1-A0EDF5E3B8FA}" srcOrd="0" destOrd="0" presId="urn:microsoft.com/office/officeart/2005/8/layout/list1"/>
    <dgm:cxn modelId="{E9DB1255-D424-6D49-96C4-F730F04F7EB1}" type="presOf" srcId="{E3E236AB-9A70-A740-98DE-348AB32CDFA2}" destId="{89C436FE-07A9-6F4F-8E5D-F494ECBFA22D}" srcOrd="1" destOrd="0" presId="urn:microsoft.com/office/officeart/2005/8/layout/list1"/>
    <dgm:cxn modelId="{B80E836B-254E-3142-8871-107A0F252E57}" type="presOf" srcId="{D7D01A68-4F52-F444-839B-E03968113375}" destId="{A366C613-8768-634C-988E-68919B3FF1DD}" srcOrd="1" destOrd="0" presId="urn:microsoft.com/office/officeart/2005/8/layout/list1"/>
    <dgm:cxn modelId="{01EA4970-4B4D-1B46-942E-E9830EBC5055}" type="presOf" srcId="{13CA8C1E-BA01-E54C-83A3-882CD8978671}" destId="{1A3E4466-946B-EA40-B712-82FF2F7D103B}" srcOrd="1" destOrd="0" presId="urn:microsoft.com/office/officeart/2005/8/layout/list1"/>
    <dgm:cxn modelId="{9A1B0A98-FD59-F445-8A54-FD18DAD9DCEC}" type="presOf" srcId="{0A18270C-D106-9A46-9D80-816B5E87778F}" destId="{9BEE725B-EFF7-9F40-BE40-25E39D24DBDA}" srcOrd="0" destOrd="0" presId="urn:microsoft.com/office/officeart/2005/8/layout/list1"/>
    <dgm:cxn modelId="{EA03039B-D4A0-9D47-A75C-EDD9332F17FD}" type="presOf" srcId="{5DAD454F-CB9A-8A48-8369-F59B9BBF54E6}" destId="{1430116B-50E3-0744-8039-576F3E2C578E}" srcOrd="0" destOrd="0" presId="urn:microsoft.com/office/officeart/2005/8/layout/list1"/>
    <dgm:cxn modelId="{4C6128A0-6351-2D46-96D0-6BB45FDB9BC3}" type="presOf" srcId="{70A254B6-4C3A-7647-8A5A-2D2D3BD1D90D}" destId="{085598D1-11E7-C24B-886D-2A53FEC0E2C6}" srcOrd="0" destOrd="0" presId="urn:microsoft.com/office/officeart/2005/8/layout/list1"/>
    <dgm:cxn modelId="{354B11A1-CB6F-4E4E-8800-7CC9A094721C}" type="presOf" srcId="{E3E236AB-9A70-A740-98DE-348AB32CDFA2}" destId="{C9D98D10-FFDB-A14C-8A2B-3E516F2ED64B}" srcOrd="0" destOrd="0" presId="urn:microsoft.com/office/officeart/2005/8/layout/list1"/>
    <dgm:cxn modelId="{3C896CB2-6C22-2541-97AD-F2BDF3565F75}" srcId="{70A254B6-4C3A-7647-8A5A-2D2D3BD1D90D}" destId="{E3E236AB-9A70-A740-98DE-348AB32CDFA2}" srcOrd="2" destOrd="0" parTransId="{9F2BACFD-5CE5-DE43-8DF5-9B4F775BF223}" sibTransId="{203A6E10-C6C2-9D46-BB64-987F007C415C}"/>
    <dgm:cxn modelId="{271198E7-ABD2-C544-BA34-A48FD78734FD}" srcId="{70A254B6-4C3A-7647-8A5A-2D2D3BD1D90D}" destId="{E736F498-4C94-0E42-B926-CD77F6E83D9F}" srcOrd="3" destOrd="0" parTransId="{FE22D96A-68AE-B94B-97F3-F231C77F4923}" sibTransId="{4C79EFF1-4D10-6445-BCC6-A8BAD3F54B2E}"/>
    <dgm:cxn modelId="{23DBD1E9-84DD-C844-9221-948E6B0FD983}" type="presOf" srcId="{5DAD454F-CB9A-8A48-8369-F59B9BBF54E6}" destId="{42A2D5D5-C4D8-CF4A-927B-CEA13F9C9F65}" srcOrd="1" destOrd="0" presId="urn:microsoft.com/office/officeart/2005/8/layout/list1"/>
    <dgm:cxn modelId="{CF6098FC-E20F-434A-A6CD-C1BA932F0FB8}" srcId="{70A254B6-4C3A-7647-8A5A-2D2D3BD1D90D}" destId="{13CA8C1E-BA01-E54C-83A3-882CD8978671}" srcOrd="4" destOrd="0" parTransId="{E3EB90E8-B3B5-F843-A530-40284A3785BE}" sibTransId="{29861706-B62B-264C-8F84-148A2C6560B8}"/>
    <dgm:cxn modelId="{0F656BE5-4204-5E43-BCCB-6FC1E3C2A3DA}" type="presParOf" srcId="{085598D1-11E7-C24B-886D-2A53FEC0E2C6}" destId="{ED54054C-FB7F-EB4A-AFCA-7050ED74EE0A}" srcOrd="0" destOrd="0" presId="urn:microsoft.com/office/officeart/2005/8/layout/list1"/>
    <dgm:cxn modelId="{F48B7BDA-BCA6-D941-9F41-02AC798C1A0D}" type="presParOf" srcId="{ED54054C-FB7F-EB4A-AFCA-7050ED74EE0A}" destId="{1430116B-50E3-0744-8039-576F3E2C578E}" srcOrd="0" destOrd="0" presId="urn:microsoft.com/office/officeart/2005/8/layout/list1"/>
    <dgm:cxn modelId="{CC46ED66-7696-D647-B950-425BC771C0B2}" type="presParOf" srcId="{ED54054C-FB7F-EB4A-AFCA-7050ED74EE0A}" destId="{42A2D5D5-C4D8-CF4A-927B-CEA13F9C9F65}" srcOrd="1" destOrd="0" presId="urn:microsoft.com/office/officeart/2005/8/layout/list1"/>
    <dgm:cxn modelId="{E6BC6F13-6C07-8042-9D92-51EA7B430ABF}" type="presParOf" srcId="{085598D1-11E7-C24B-886D-2A53FEC0E2C6}" destId="{C47EBA42-F1C5-9D4F-A77D-DBE9682B46D7}" srcOrd="1" destOrd="0" presId="urn:microsoft.com/office/officeart/2005/8/layout/list1"/>
    <dgm:cxn modelId="{2AFABD6E-5E2C-094C-A8E3-130A2F7B4E54}" type="presParOf" srcId="{085598D1-11E7-C24B-886D-2A53FEC0E2C6}" destId="{76DDFAE0-3E75-EC48-AF35-BF274C0A27A8}" srcOrd="2" destOrd="0" presId="urn:microsoft.com/office/officeart/2005/8/layout/list1"/>
    <dgm:cxn modelId="{F143C642-9E31-7D47-81F0-33D07AF4BD3E}" type="presParOf" srcId="{085598D1-11E7-C24B-886D-2A53FEC0E2C6}" destId="{105F3D0A-1C70-5342-91C0-91CD8D614831}" srcOrd="3" destOrd="0" presId="urn:microsoft.com/office/officeart/2005/8/layout/list1"/>
    <dgm:cxn modelId="{1380EB7C-5131-B742-82E2-4BD39717A8A8}" type="presParOf" srcId="{085598D1-11E7-C24B-886D-2A53FEC0E2C6}" destId="{B1D98B28-70B7-2844-8F81-8D1DC65CC140}" srcOrd="4" destOrd="0" presId="urn:microsoft.com/office/officeart/2005/8/layout/list1"/>
    <dgm:cxn modelId="{269819E4-38A4-6841-9E6F-39582A53AA98}" type="presParOf" srcId="{B1D98B28-70B7-2844-8F81-8D1DC65CC140}" destId="{7FABF7A9-798D-BF43-AC44-C4F7A64B68BE}" srcOrd="0" destOrd="0" presId="urn:microsoft.com/office/officeart/2005/8/layout/list1"/>
    <dgm:cxn modelId="{FCE70189-EFB1-8A42-A1C7-98A414FBF809}" type="presParOf" srcId="{B1D98B28-70B7-2844-8F81-8D1DC65CC140}" destId="{A366C613-8768-634C-988E-68919B3FF1DD}" srcOrd="1" destOrd="0" presId="urn:microsoft.com/office/officeart/2005/8/layout/list1"/>
    <dgm:cxn modelId="{0CB26F05-91F7-1644-BE6F-56D5A32ECA4C}" type="presParOf" srcId="{085598D1-11E7-C24B-886D-2A53FEC0E2C6}" destId="{4568D268-14D4-C845-A5DD-1D4B8EED182E}" srcOrd="5" destOrd="0" presId="urn:microsoft.com/office/officeart/2005/8/layout/list1"/>
    <dgm:cxn modelId="{E26575F7-9D22-1A48-8F7C-090940B4A154}" type="presParOf" srcId="{085598D1-11E7-C24B-886D-2A53FEC0E2C6}" destId="{DCCF3A2E-50DC-E944-A90B-A4DBFDB624B5}" srcOrd="6" destOrd="0" presId="urn:microsoft.com/office/officeart/2005/8/layout/list1"/>
    <dgm:cxn modelId="{9E7A3F8B-06C5-254F-AAD1-368B2CEAE17C}" type="presParOf" srcId="{085598D1-11E7-C24B-886D-2A53FEC0E2C6}" destId="{5B71EAE5-BA20-7043-924A-D274ED0531F9}" srcOrd="7" destOrd="0" presId="urn:microsoft.com/office/officeart/2005/8/layout/list1"/>
    <dgm:cxn modelId="{65C2DE3E-A6B5-6640-849D-F608B20DF7D9}" type="presParOf" srcId="{085598D1-11E7-C24B-886D-2A53FEC0E2C6}" destId="{1AC2FDB9-223A-FB4E-A718-F07A95E2BB05}" srcOrd="8" destOrd="0" presId="urn:microsoft.com/office/officeart/2005/8/layout/list1"/>
    <dgm:cxn modelId="{8BCB383B-EE46-9948-8CFA-69FB7A1AE3EE}" type="presParOf" srcId="{1AC2FDB9-223A-FB4E-A718-F07A95E2BB05}" destId="{C9D98D10-FFDB-A14C-8A2B-3E516F2ED64B}" srcOrd="0" destOrd="0" presId="urn:microsoft.com/office/officeart/2005/8/layout/list1"/>
    <dgm:cxn modelId="{D1E6AF16-2BB1-6B43-83EE-60E269C27CCE}" type="presParOf" srcId="{1AC2FDB9-223A-FB4E-A718-F07A95E2BB05}" destId="{89C436FE-07A9-6F4F-8E5D-F494ECBFA22D}" srcOrd="1" destOrd="0" presId="urn:microsoft.com/office/officeart/2005/8/layout/list1"/>
    <dgm:cxn modelId="{5097B3D7-6355-1540-BE0E-F58411D2088A}" type="presParOf" srcId="{085598D1-11E7-C24B-886D-2A53FEC0E2C6}" destId="{1A5318E3-6BFB-6F42-9059-F36EA242197F}" srcOrd="9" destOrd="0" presId="urn:microsoft.com/office/officeart/2005/8/layout/list1"/>
    <dgm:cxn modelId="{33CF1726-058C-3E4F-9707-1899792285A4}" type="presParOf" srcId="{085598D1-11E7-C24B-886D-2A53FEC0E2C6}" destId="{B62885E7-C886-A14E-9B34-FA6E6FFCD36C}" srcOrd="10" destOrd="0" presId="urn:microsoft.com/office/officeart/2005/8/layout/list1"/>
    <dgm:cxn modelId="{09493F53-9AEF-224D-80AE-93AC367EC368}" type="presParOf" srcId="{085598D1-11E7-C24B-886D-2A53FEC0E2C6}" destId="{589551DC-99DB-2444-A0EA-BF3407B4B0E8}" srcOrd="11" destOrd="0" presId="urn:microsoft.com/office/officeart/2005/8/layout/list1"/>
    <dgm:cxn modelId="{F3387A02-5E2B-C646-B503-FF9C20E6AADE}" type="presParOf" srcId="{085598D1-11E7-C24B-886D-2A53FEC0E2C6}" destId="{C94E273B-47BA-CE4E-BE78-BAFEEE1F1AA8}" srcOrd="12" destOrd="0" presId="urn:microsoft.com/office/officeart/2005/8/layout/list1"/>
    <dgm:cxn modelId="{DFCC54CA-FA23-9A43-916B-14BF170C0FBC}" type="presParOf" srcId="{C94E273B-47BA-CE4E-BE78-BAFEEE1F1AA8}" destId="{F4D88367-8879-A64B-ACCD-133E586474DA}" srcOrd="0" destOrd="0" presId="urn:microsoft.com/office/officeart/2005/8/layout/list1"/>
    <dgm:cxn modelId="{033E1A02-99A2-8948-93E9-71A0FC7E5C86}" type="presParOf" srcId="{C94E273B-47BA-CE4E-BE78-BAFEEE1F1AA8}" destId="{BFFE455C-3245-ED4C-A578-3278946FD31F}" srcOrd="1" destOrd="0" presId="urn:microsoft.com/office/officeart/2005/8/layout/list1"/>
    <dgm:cxn modelId="{48D638FB-0FC9-8047-A4F6-C5AFEB38A7CB}" type="presParOf" srcId="{085598D1-11E7-C24B-886D-2A53FEC0E2C6}" destId="{E3C301CD-002A-B446-B2FF-201385D1F1C8}" srcOrd="13" destOrd="0" presId="urn:microsoft.com/office/officeart/2005/8/layout/list1"/>
    <dgm:cxn modelId="{1DAE534D-13BE-6C46-A5EE-588A7CE4D370}" type="presParOf" srcId="{085598D1-11E7-C24B-886D-2A53FEC0E2C6}" destId="{CCAD6304-8E36-3349-9A4B-29B35D9234F7}" srcOrd="14" destOrd="0" presId="urn:microsoft.com/office/officeart/2005/8/layout/list1"/>
    <dgm:cxn modelId="{E4B48F99-2B92-5D42-AB7C-C4427CC23CC3}" type="presParOf" srcId="{085598D1-11E7-C24B-886D-2A53FEC0E2C6}" destId="{463062BC-A1A4-AA4F-B573-70C2AF875488}" srcOrd="15" destOrd="0" presId="urn:microsoft.com/office/officeart/2005/8/layout/list1"/>
    <dgm:cxn modelId="{10C0C259-FC75-2146-9940-3B4501A2EA31}" type="presParOf" srcId="{085598D1-11E7-C24B-886D-2A53FEC0E2C6}" destId="{8647A30A-658F-204B-B03C-94DC6F3187FD}" srcOrd="16" destOrd="0" presId="urn:microsoft.com/office/officeart/2005/8/layout/list1"/>
    <dgm:cxn modelId="{3E478005-9D93-E344-82A4-7A7640F57300}" type="presParOf" srcId="{8647A30A-658F-204B-B03C-94DC6F3187FD}" destId="{C253DD0F-F0DC-DD4F-B3E1-A0EDF5E3B8FA}" srcOrd="0" destOrd="0" presId="urn:microsoft.com/office/officeart/2005/8/layout/list1"/>
    <dgm:cxn modelId="{B79B3957-A600-374F-A83E-8E4BA4E4D9E2}" type="presParOf" srcId="{8647A30A-658F-204B-B03C-94DC6F3187FD}" destId="{1A3E4466-946B-EA40-B712-82FF2F7D103B}" srcOrd="1" destOrd="0" presId="urn:microsoft.com/office/officeart/2005/8/layout/list1"/>
    <dgm:cxn modelId="{4917310D-BF9F-7F46-AD18-FF3653C719DF}" type="presParOf" srcId="{085598D1-11E7-C24B-886D-2A53FEC0E2C6}" destId="{DFF24C5C-1A4C-FB4B-ACDB-DD7CEF63FF85}" srcOrd="17" destOrd="0" presId="urn:microsoft.com/office/officeart/2005/8/layout/list1"/>
    <dgm:cxn modelId="{35B341C7-59DC-D446-B209-09A6787F4F5B}" type="presParOf" srcId="{085598D1-11E7-C24B-886D-2A53FEC0E2C6}" destId="{450E7BB9-90C7-274C-A55B-535D5F4E3F98}" srcOrd="18" destOrd="0" presId="urn:microsoft.com/office/officeart/2005/8/layout/list1"/>
    <dgm:cxn modelId="{20C13765-7766-4847-A384-1947919343D0}" type="presParOf" srcId="{085598D1-11E7-C24B-886D-2A53FEC0E2C6}" destId="{B12626EB-4D9B-6143-8C8C-BF13039DA134}" srcOrd="19" destOrd="0" presId="urn:microsoft.com/office/officeart/2005/8/layout/list1"/>
    <dgm:cxn modelId="{2EBFF885-1094-C54A-AA89-276EB8DDD6D5}" type="presParOf" srcId="{085598D1-11E7-C24B-886D-2A53FEC0E2C6}" destId="{94AD17AE-D188-1042-AEEF-692F62702940}" srcOrd="20" destOrd="0" presId="urn:microsoft.com/office/officeart/2005/8/layout/list1"/>
    <dgm:cxn modelId="{25611D7C-EDD8-9844-8081-8338869DE5F8}" type="presParOf" srcId="{94AD17AE-D188-1042-AEEF-692F62702940}" destId="{9BEE725B-EFF7-9F40-BE40-25E39D24DBDA}" srcOrd="0" destOrd="0" presId="urn:microsoft.com/office/officeart/2005/8/layout/list1"/>
    <dgm:cxn modelId="{5D0CF7E1-1E4D-C24C-A448-6D1F461AAEBF}" type="presParOf" srcId="{94AD17AE-D188-1042-AEEF-692F62702940}" destId="{C29C4ED1-513A-9343-B6EB-D3156EFF0C29}" srcOrd="1" destOrd="0" presId="urn:microsoft.com/office/officeart/2005/8/layout/list1"/>
    <dgm:cxn modelId="{9C7B9C9A-4C56-924B-9F60-EED752F3256B}" type="presParOf" srcId="{085598D1-11E7-C24B-886D-2A53FEC0E2C6}" destId="{BE5D8D5F-07AB-3341-B003-42A059968DEE}" srcOrd="21" destOrd="0" presId="urn:microsoft.com/office/officeart/2005/8/layout/list1"/>
    <dgm:cxn modelId="{FD76D482-9F9B-3E48-B544-7E0102849FEB}" type="presParOf" srcId="{085598D1-11E7-C24B-886D-2A53FEC0E2C6}" destId="{2B94DB16-8520-B140-A4DE-641341933A55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B5087A-B6CF-C042-A0B1-A9AB8CBBF835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3CF78A-B3A1-CA4C-BAF8-0CAE84F03118}">
      <dgm:prSet phldrT="[Text]"/>
      <dgm:spPr/>
      <dgm:t>
        <a:bodyPr/>
        <a:lstStyle/>
        <a:p>
          <a:pPr rtl="0"/>
          <a:r>
            <a:rPr lang="en-US" dirty="0"/>
            <a:t>Pretraining Benefits</a:t>
          </a:r>
        </a:p>
      </dgm:t>
    </dgm:pt>
    <dgm:pt modelId="{7D6A8FF5-1558-C546-B0EE-D23839079513}" type="parTrans" cxnId="{47250CA0-6B97-3141-9BAE-978EBB8417E9}">
      <dgm:prSet/>
      <dgm:spPr/>
      <dgm:t>
        <a:bodyPr/>
        <a:lstStyle/>
        <a:p>
          <a:endParaRPr lang="en-US"/>
        </a:p>
      </dgm:t>
    </dgm:pt>
    <dgm:pt modelId="{6DF9837A-8E8A-4843-90DB-4C20D816035D}" type="sibTrans" cxnId="{47250CA0-6B97-3141-9BAE-978EBB8417E9}">
      <dgm:prSet/>
      <dgm:spPr/>
      <dgm:t>
        <a:bodyPr/>
        <a:lstStyle/>
        <a:p>
          <a:endParaRPr lang="en-US"/>
        </a:p>
      </dgm:t>
    </dgm:pt>
    <dgm:pt modelId="{D77E7519-940D-114B-9D3A-1499A338A6F1}">
      <dgm:prSet phldrT="[Text]"/>
      <dgm:spPr/>
      <dgm:t>
        <a:bodyPr/>
        <a:lstStyle/>
        <a:p>
          <a:pPr rtl="0"/>
          <a:r>
            <a:rPr lang="en-US" dirty="0"/>
            <a:t>Captures biological syntax. Transfer learning for downstream tasks</a:t>
          </a:r>
        </a:p>
      </dgm:t>
    </dgm:pt>
    <dgm:pt modelId="{4EAA6CF7-B315-F442-A605-B8BB7361851D}" type="parTrans" cxnId="{C554735A-2FCA-5E44-A5C2-1C5E2E71532B}">
      <dgm:prSet/>
      <dgm:spPr/>
      <dgm:t>
        <a:bodyPr/>
        <a:lstStyle/>
        <a:p>
          <a:endParaRPr lang="en-US"/>
        </a:p>
      </dgm:t>
    </dgm:pt>
    <dgm:pt modelId="{BD13E514-71D6-874A-9BA2-E46AF1D4B8AE}" type="sibTrans" cxnId="{C554735A-2FCA-5E44-A5C2-1C5E2E71532B}">
      <dgm:prSet/>
      <dgm:spPr/>
      <dgm:t>
        <a:bodyPr/>
        <a:lstStyle/>
        <a:p>
          <a:endParaRPr lang="en-US"/>
        </a:p>
      </dgm:t>
    </dgm:pt>
    <dgm:pt modelId="{3FA7B559-E6B9-0742-A07D-CFDD2577CE7B}">
      <dgm:prSet phldrT="[Text]"/>
      <dgm:spPr/>
      <dgm:t>
        <a:bodyPr/>
        <a:lstStyle/>
        <a:p>
          <a:pPr rtl="0"/>
          <a:r>
            <a:rPr lang="en-US" dirty="0"/>
            <a:t>Task Versatility</a:t>
          </a:r>
        </a:p>
      </dgm:t>
    </dgm:pt>
    <dgm:pt modelId="{31A12C37-BAE6-EE45-8D1F-3F8E675AFD85}" type="parTrans" cxnId="{4C448BDD-CA9A-DE47-9D67-8CC3E4B804F4}">
      <dgm:prSet/>
      <dgm:spPr/>
      <dgm:t>
        <a:bodyPr/>
        <a:lstStyle/>
        <a:p>
          <a:endParaRPr lang="en-US"/>
        </a:p>
      </dgm:t>
    </dgm:pt>
    <dgm:pt modelId="{9184AC5A-B51A-B144-A2F9-6CC7952E3B7B}" type="sibTrans" cxnId="{4C448BDD-CA9A-DE47-9D67-8CC3E4B804F4}">
      <dgm:prSet/>
      <dgm:spPr/>
      <dgm:t>
        <a:bodyPr/>
        <a:lstStyle/>
        <a:p>
          <a:endParaRPr lang="en-US"/>
        </a:p>
      </dgm:t>
    </dgm:pt>
    <dgm:pt modelId="{4724BF4A-2E95-794B-858D-20F2B3F08383}">
      <dgm:prSet phldrT="[Text]"/>
      <dgm:spPr/>
      <dgm:t>
        <a:bodyPr/>
        <a:lstStyle/>
        <a:p>
          <a:pPr rtl="0"/>
          <a:r>
            <a:rPr lang="en-US" dirty="0"/>
            <a:t>Same pretrained model can be used for classification, regression, sequence generation</a:t>
          </a:r>
        </a:p>
      </dgm:t>
    </dgm:pt>
    <dgm:pt modelId="{49E54505-389C-2041-A9FD-6EC1EBE6BE07}" type="parTrans" cxnId="{D17D6F27-4666-5D4A-9039-06F260EDE90A}">
      <dgm:prSet/>
      <dgm:spPr/>
      <dgm:t>
        <a:bodyPr/>
        <a:lstStyle/>
        <a:p>
          <a:endParaRPr lang="en-US"/>
        </a:p>
      </dgm:t>
    </dgm:pt>
    <dgm:pt modelId="{596BC3F8-0141-8343-8B58-00DC3E8EAE2A}" type="sibTrans" cxnId="{D17D6F27-4666-5D4A-9039-06F260EDE90A}">
      <dgm:prSet/>
      <dgm:spPr/>
      <dgm:t>
        <a:bodyPr/>
        <a:lstStyle/>
        <a:p>
          <a:endParaRPr lang="en-US"/>
        </a:p>
      </dgm:t>
    </dgm:pt>
    <dgm:pt modelId="{22DCD2E7-5553-934B-8E31-44081A2893AF}">
      <dgm:prSet phldrT="[Text]"/>
      <dgm:spPr/>
      <dgm:t>
        <a:bodyPr/>
        <a:lstStyle/>
        <a:p>
          <a:pPr rtl="0"/>
          <a:r>
            <a:rPr lang="en-US" dirty="0"/>
            <a:t>Data Efficiency</a:t>
          </a:r>
        </a:p>
      </dgm:t>
    </dgm:pt>
    <dgm:pt modelId="{9CB5E33A-79C6-AC4D-B6AA-C9305E8F02E5}" type="parTrans" cxnId="{4391223D-9925-3A44-890D-7BA2CB06A1F5}">
      <dgm:prSet/>
      <dgm:spPr/>
      <dgm:t>
        <a:bodyPr/>
        <a:lstStyle/>
        <a:p>
          <a:endParaRPr lang="en-US"/>
        </a:p>
      </dgm:t>
    </dgm:pt>
    <dgm:pt modelId="{1C0E47A1-73F9-A045-90EE-4837E348038C}" type="sibTrans" cxnId="{4391223D-9925-3A44-890D-7BA2CB06A1F5}">
      <dgm:prSet/>
      <dgm:spPr/>
      <dgm:t>
        <a:bodyPr/>
        <a:lstStyle/>
        <a:p>
          <a:endParaRPr lang="en-US"/>
        </a:p>
      </dgm:t>
    </dgm:pt>
    <dgm:pt modelId="{B6977407-C31C-4640-A9D1-599813C2AF66}">
      <dgm:prSet phldrT="[Text]"/>
      <dgm:spPr/>
      <dgm:t>
        <a:bodyPr/>
        <a:lstStyle/>
        <a:p>
          <a:pPr rtl="0"/>
          <a:r>
            <a:rPr lang="en-US" dirty="0"/>
            <a:t>Strong performance with limited labeled data</a:t>
          </a:r>
        </a:p>
      </dgm:t>
    </dgm:pt>
    <dgm:pt modelId="{E28371FD-7965-3E4D-9CDA-FED5A86521E7}" type="parTrans" cxnId="{2D300002-B961-5A47-88B4-D6C3D6728B69}">
      <dgm:prSet/>
      <dgm:spPr/>
      <dgm:t>
        <a:bodyPr/>
        <a:lstStyle/>
        <a:p>
          <a:endParaRPr lang="en-US"/>
        </a:p>
      </dgm:t>
    </dgm:pt>
    <dgm:pt modelId="{1A345E69-452E-1541-B11E-B2B0FD07F44B}" type="sibTrans" cxnId="{2D300002-B961-5A47-88B4-D6C3D6728B69}">
      <dgm:prSet/>
      <dgm:spPr/>
      <dgm:t>
        <a:bodyPr/>
        <a:lstStyle/>
        <a:p>
          <a:endParaRPr lang="en-US"/>
        </a:p>
      </dgm:t>
    </dgm:pt>
    <dgm:pt modelId="{82073022-8869-154C-B5C2-14B60FC7BC19}" type="pres">
      <dgm:prSet presAssocID="{04B5087A-B6CF-C042-A0B1-A9AB8CBBF835}" presName="linear" presStyleCnt="0">
        <dgm:presLayoutVars>
          <dgm:animLvl val="lvl"/>
          <dgm:resizeHandles val="exact"/>
        </dgm:presLayoutVars>
      </dgm:prSet>
      <dgm:spPr/>
    </dgm:pt>
    <dgm:pt modelId="{029F7A32-D3A2-D640-B5BA-B70FFC0A8129}" type="pres">
      <dgm:prSet presAssocID="{693CF78A-B3A1-CA4C-BAF8-0CAE84F031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4DA100-9F2C-3C4D-AF6F-F903DFA92708}" type="pres">
      <dgm:prSet presAssocID="{693CF78A-B3A1-CA4C-BAF8-0CAE84F03118}" presName="childText" presStyleLbl="revTx" presStyleIdx="0" presStyleCnt="3">
        <dgm:presLayoutVars>
          <dgm:bulletEnabled val="1"/>
        </dgm:presLayoutVars>
      </dgm:prSet>
      <dgm:spPr/>
    </dgm:pt>
    <dgm:pt modelId="{9CA5925A-2B68-6441-AF54-0DB790C548F3}" type="pres">
      <dgm:prSet presAssocID="{3FA7B559-E6B9-0742-A07D-CFDD2577CE7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80D852-BBB1-A84B-9D90-E6461FC59AAC}" type="pres">
      <dgm:prSet presAssocID="{3FA7B559-E6B9-0742-A07D-CFDD2577CE7B}" presName="childText" presStyleLbl="revTx" presStyleIdx="1" presStyleCnt="3">
        <dgm:presLayoutVars>
          <dgm:bulletEnabled val="1"/>
        </dgm:presLayoutVars>
      </dgm:prSet>
      <dgm:spPr/>
    </dgm:pt>
    <dgm:pt modelId="{1896598E-A5F9-CD44-9B28-79CABE375999}" type="pres">
      <dgm:prSet presAssocID="{22DCD2E7-5553-934B-8E31-44081A2893A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61F4DEF-8C03-4446-9165-2280575686EA}" type="pres">
      <dgm:prSet presAssocID="{22DCD2E7-5553-934B-8E31-44081A2893A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D300002-B961-5A47-88B4-D6C3D6728B69}" srcId="{22DCD2E7-5553-934B-8E31-44081A2893AF}" destId="{B6977407-C31C-4640-A9D1-599813C2AF66}" srcOrd="0" destOrd="0" parTransId="{E28371FD-7965-3E4D-9CDA-FED5A86521E7}" sibTransId="{1A345E69-452E-1541-B11E-B2B0FD07F44B}"/>
    <dgm:cxn modelId="{D17D6F27-4666-5D4A-9039-06F260EDE90A}" srcId="{3FA7B559-E6B9-0742-A07D-CFDD2577CE7B}" destId="{4724BF4A-2E95-794B-858D-20F2B3F08383}" srcOrd="0" destOrd="0" parTransId="{49E54505-389C-2041-A9FD-6EC1EBE6BE07}" sibTransId="{596BC3F8-0141-8343-8B58-00DC3E8EAE2A}"/>
    <dgm:cxn modelId="{746BC72D-3105-C64B-893D-9273D7103257}" type="presOf" srcId="{3FA7B559-E6B9-0742-A07D-CFDD2577CE7B}" destId="{9CA5925A-2B68-6441-AF54-0DB790C548F3}" srcOrd="0" destOrd="0" presId="urn:microsoft.com/office/officeart/2005/8/layout/vList2"/>
    <dgm:cxn modelId="{2378FD36-3E8C-E54C-8F18-913A263565CC}" type="presOf" srcId="{B6977407-C31C-4640-A9D1-599813C2AF66}" destId="{E61F4DEF-8C03-4446-9165-2280575686EA}" srcOrd="0" destOrd="0" presId="urn:microsoft.com/office/officeart/2005/8/layout/vList2"/>
    <dgm:cxn modelId="{4391223D-9925-3A44-890D-7BA2CB06A1F5}" srcId="{04B5087A-B6CF-C042-A0B1-A9AB8CBBF835}" destId="{22DCD2E7-5553-934B-8E31-44081A2893AF}" srcOrd="2" destOrd="0" parTransId="{9CB5E33A-79C6-AC4D-B6AA-C9305E8F02E5}" sibTransId="{1C0E47A1-73F9-A045-90EE-4837E348038C}"/>
    <dgm:cxn modelId="{C554735A-2FCA-5E44-A5C2-1C5E2E71532B}" srcId="{693CF78A-B3A1-CA4C-BAF8-0CAE84F03118}" destId="{D77E7519-940D-114B-9D3A-1499A338A6F1}" srcOrd="0" destOrd="0" parTransId="{4EAA6CF7-B315-F442-A605-B8BB7361851D}" sibTransId="{BD13E514-71D6-874A-9BA2-E46AF1D4B8AE}"/>
    <dgm:cxn modelId="{66ACC377-A13C-B140-AF75-0BFA4413FEC7}" type="presOf" srcId="{693CF78A-B3A1-CA4C-BAF8-0CAE84F03118}" destId="{029F7A32-D3A2-D640-B5BA-B70FFC0A8129}" srcOrd="0" destOrd="0" presId="urn:microsoft.com/office/officeart/2005/8/layout/vList2"/>
    <dgm:cxn modelId="{51FDA088-0108-3949-A87E-8A2FBEBEB3A1}" type="presOf" srcId="{D77E7519-940D-114B-9D3A-1499A338A6F1}" destId="{D04DA100-9F2C-3C4D-AF6F-F903DFA92708}" srcOrd="0" destOrd="0" presId="urn:microsoft.com/office/officeart/2005/8/layout/vList2"/>
    <dgm:cxn modelId="{47250CA0-6B97-3141-9BAE-978EBB8417E9}" srcId="{04B5087A-B6CF-C042-A0B1-A9AB8CBBF835}" destId="{693CF78A-B3A1-CA4C-BAF8-0CAE84F03118}" srcOrd="0" destOrd="0" parTransId="{7D6A8FF5-1558-C546-B0EE-D23839079513}" sibTransId="{6DF9837A-8E8A-4843-90DB-4C20D816035D}"/>
    <dgm:cxn modelId="{7B41E8BD-0410-624D-ACB6-E6569DB1618A}" type="presOf" srcId="{04B5087A-B6CF-C042-A0B1-A9AB8CBBF835}" destId="{82073022-8869-154C-B5C2-14B60FC7BC19}" srcOrd="0" destOrd="0" presId="urn:microsoft.com/office/officeart/2005/8/layout/vList2"/>
    <dgm:cxn modelId="{4C448BDD-CA9A-DE47-9D67-8CC3E4B804F4}" srcId="{04B5087A-B6CF-C042-A0B1-A9AB8CBBF835}" destId="{3FA7B559-E6B9-0742-A07D-CFDD2577CE7B}" srcOrd="1" destOrd="0" parTransId="{31A12C37-BAE6-EE45-8D1F-3F8E675AFD85}" sibTransId="{9184AC5A-B51A-B144-A2F9-6CC7952E3B7B}"/>
    <dgm:cxn modelId="{1B5B45DF-77FE-D345-93D6-A3A12CB1A345}" type="presOf" srcId="{4724BF4A-2E95-794B-858D-20F2B3F08383}" destId="{CA80D852-BBB1-A84B-9D90-E6461FC59AAC}" srcOrd="0" destOrd="0" presId="urn:microsoft.com/office/officeart/2005/8/layout/vList2"/>
    <dgm:cxn modelId="{8F296DE6-042A-5540-B8F4-EBB8D0296C98}" type="presOf" srcId="{22DCD2E7-5553-934B-8E31-44081A2893AF}" destId="{1896598E-A5F9-CD44-9B28-79CABE375999}" srcOrd="0" destOrd="0" presId="urn:microsoft.com/office/officeart/2005/8/layout/vList2"/>
    <dgm:cxn modelId="{CDE81D4F-2D30-A648-92B1-13D2364D2299}" type="presParOf" srcId="{82073022-8869-154C-B5C2-14B60FC7BC19}" destId="{029F7A32-D3A2-D640-B5BA-B70FFC0A8129}" srcOrd="0" destOrd="0" presId="urn:microsoft.com/office/officeart/2005/8/layout/vList2"/>
    <dgm:cxn modelId="{1965D6A8-81FE-844C-B953-DB71A0AF80B0}" type="presParOf" srcId="{82073022-8869-154C-B5C2-14B60FC7BC19}" destId="{D04DA100-9F2C-3C4D-AF6F-F903DFA92708}" srcOrd="1" destOrd="0" presId="urn:microsoft.com/office/officeart/2005/8/layout/vList2"/>
    <dgm:cxn modelId="{13D1DABC-B270-C248-8533-030043146DAC}" type="presParOf" srcId="{82073022-8869-154C-B5C2-14B60FC7BC19}" destId="{9CA5925A-2B68-6441-AF54-0DB790C548F3}" srcOrd="2" destOrd="0" presId="urn:microsoft.com/office/officeart/2005/8/layout/vList2"/>
    <dgm:cxn modelId="{62DA997D-D077-BE45-B2ED-4DA3B735D9F9}" type="presParOf" srcId="{82073022-8869-154C-B5C2-14B60FC7BC19}" destId="{CA80D852-BBB1-A84B-9D90-E6461FC59AAC}" srcOrd="3" destOrd="0" presId="urn:microsoft.com/office/officeart/2005/8/layout/vList2"/>
    <dgm:cxn modelId="{83BEE9CE-A305-5441-B230-7FF232B04585}" type="presParOf" srcId="{82073022-8869-154C-B5C2-14B60FC7BC19}" destId="{1896598E-A5F9-CD44-9B28-79CABE375999}" srcOrd="4" destOrd="0" presId="urn:microsoft.com/office/officeart/2005/8/layout/vList2"/>
    <dgm:cxn modelId="{D5A11BF3-0B19-0A44-ACF8-341344BD4290}" type="presParOf" srcId="{82073022-8869-154C-B5C2-14B60FC7BC19}" destId="{E61F4DEF-8C03-4446-9165-2280575686E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6AAEB5-03E7-5F4A-A233-09F605CA666F}" type="doc">
      <dgm:prSet loTypeId="urn:microsoft.com/office/officeart/2005/8/layout/hProcess9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06144C9-5C53-EA48-8BF3-F739F6A6D8F8}">
      <dgm:prSet phldrT="[Text]"/>
      <dgm:spPr/>
      <dgm:t>
        <a:bodyPr/>
        <a:lstStyle/>
        <a:p>
          <a:r>
            <a:rPr lang="en-US" dirty="0"/>
            <a:t>Task</a:t>
          </a:r>
        </a:p>
      </dgm:t>
    </dgm:pt>
    <dgm:pt modelId="{0BA332D9-2C2C-7B4D-9DF5-563FF711B770}" type="parTrans" cxnId="{134F58C0-3B0C-D046-9290-4A2B415257B9}">
      <dgm:prSet/>
      <dgm:spPr/>
      <dgm:t>
        <a:bodyPr/>
        <a:lstStyle/>
        <a:p>
          <a:endParaRPr lang="en-US"/>
        </a:p>
      </dgm:t>
    </dgm:pt>
    <dgm:pt modelId="{334CBFF3-1AAE-1448-AEBB-9C602D696CFB}" type="sibTrans" cxnId="{134F58C0-3B0C-D046-9290-4A2B415257B9}">
      <dgm:prSet/>
      <dgm:spPr/>
      <dgm:t>
        <a:bodyPr/>
        <a:lstStyle/>
        <a:p>
          <a:endParaRPr lang="en-US"/>
        </a:p>
      </dgm:t>
    </dgm:pt>
    <dgm:pt modelId="{2580CF3B-B7D8-3C4C-9F3C-13F265FD06A0}">
      <dgm:prSet phldrT="[Text]"/>
      <dgm:spPr/>
      <dgm:t>
        <a:bodyPr/>
        <a:lstStyle/>
        <a:p>
          <a:pPr rtl="0"/>
          <a:r>
            <a:rPr lang="en-US" dirty="0"/>
            <a:t>Species Classification</a:t>
          </a:r>
        </a:p>
      </dgm:t>
    </dgm:pt>
    <dgm:pt modelId="{8CF8C24A-A8C0-1D4C-9EEA-1CDF921A8F9B}" type="parTrans" cxnId="{C1236B54-169A-D749-A2D9-4A3EBDE11860}">
      <dgm:prSet/>
      <dgm:spPr/>
      <dgm:t>
        <a:bodyPr/>
        <a:lstStyle/>
        <a:p>
          <a:endParaRPr lang="en-US"/>
        </a:p>
      </dgm:t>
    </dgm:pt>
    <dgm:pt modelId="{A80F1936-4F1B-F449-A88D-0475B8881CA5}" type="sibTrans" cxnId="{C1236B54-169A-D749-A2D9-4A3EBDE11860}">
      <dgm:prSet/>
      <dgm:spPr/>
      <dgm:t>
        <a:bodyPr/>
        <a:lstStyle/>
        <a:p>
          <a:endParaRPr lang="en-US"/>
        </a:p>
      </dgm:t>
    </dgm:pt>
    <dgm:pt modelId="{1E73EF94-EAC8-334B-909A-E144311A2ED2}">
      <dgm:prSet phldrT="[Text]"/>
      <dgm:spPr/>
      <dgm:t>
        <a:bodyPr/>
        <a:lstStyle/>
        <a:p>
          <a:r>
            <a:rPr lang="en-US" dirty="0"/>
            <a:t>Taxonomic Classification</a:t>
          </a:r>
        </a:p>
      </dgm:t>
    </dgm:pt>
    <dgm:pt modelId="{F61F8EA2-C220-8E48-9BD1-DB9886B699BE}" type="parTrans" cxnId="{717DBE35-F4AD-914B-AD22-7B701BF7F298}">
      <dgm:prSet/>
      <dgm:spPr/>
      <dgm:t>
        <a:bodyPr/>
        <a:lstStyle/>
        <a:p>
          <a:endParaRPr lang="en-US"/>
        </a:p>
      </dgm:t>
    </dgm:pt>
    <dgm:pt modelId="{DC68E644-12CB-3343-BF3E-FCCF8CE40EBA}" type="sibTrans" cxnId="{717DBE35-F4AD-914B-AD22-7B701BF7F298}">
      <dgm:prSet/>
      <dgm:spPr/>
      <dgm:t>
        <a:bodyPr/>
        <a:lstStyle/>
        <a:p>
          <a:endParaRPr lang="en-US"/>
        </a:p>
      </dgm:t>
    </dgm:pt>
    <dgm:pt modelId="{BB506399-A8F0-8246-AF28-A9947C943977}">
      <dgm:prSet phldrT="[Text]"/>
      <dgm:spPr/>
      <dgm:t>
        <a:bodyPr/>
        <a:lstStyle/>
        <a:p>
          <a:pPr rtl="0"/>
          <a:r>
            <a:rPr lang="en-US" dirty="0"/>
            <a:t>Input</a:t>
          </a:r>
        </a:p>
      </dgm:t>
    </dgm:pt>
    <dgm:pt modelId="{6E2EA84D-0C5E-5640-861E-6FDBCB942773}" type="parTrans" cxnId="{C312C7C8-CEA3-1F4D-9379-707A9499D523}">
      <dgm:prSet/>
      <dgm:spPr/>
      <dgm:t>
        <a:bodyPr/>
        <a:lstStyle/>
        <a:p>
          <a:endParaRPr lang="en-US"/>
        </a:p>
      </dgm:t>
    </dgm:pt>
    <dgm:pt modelId="{25ACEBEF-7794-F24A-9368-F107976F39CA}" type="sibTrans" cxnId="{C312C7C8-CEA3-1F4D-9379-707A9499D523}">
      <dgm:prSet/>
      <dgm:spPr/>
      <dgm:t>
        <a:bodyPr/>
        <a:lstStyle/>
        <a:p>
          <a:endParaRPr lang="en-US"/>
        </a:p>
      </dgm:t>
    </dgm:pt>
    <dgm:pt modelId="{6412D110-7BC9-3240-B406-4901853DE853}">
      <dgm:prSet phldrT="[Text]"/>
      <dgm:spPr/>
      <dgm:t>
        <a:bodyPr/>
        <a:lstStyle/>
        <a:p>
          <a:pPr rtl="0"/>
          <a:r>
            <a:rPr lang="en-US" dirty="0"/>
            <a:t>Raw DNA</a:t>
          </a:r>
        </a:p>
      </dgm:t>
    </dgm:pt>
    <dgm:pt modelId="{13A47EB7-2ADB-7E40-9A84-953136F48156}" type="parTrans" cxnId="{42B90663-4495-DA47-A382-D74AB37C0860}">
      <dgm:prSet/>
      <dgm:spPr/>
      <dgm:t>
        <a:bodyPr/>
        <a:lstStyle/>
        <a:p>
          <a:endParaRPr lang="en-US"/>
        </a:p>
      </dgm:t>
    </dgm:pt>
    <dgm:pt modelId="{88B32E12-78B8-6C41-9C9C-70FD47174AF9}" type="sibTrans" cxnId="{42B90663-4495-DA47-A382-D74AB37C0860}">
      <dgm:prSet/>
      <dgm:spPr/>
      <dgm:t>
        <a:bodyPr/>
        <a:lstStyle/>
        <a:p>
          <a:endParaRPr lang="en-US"/>
        </a:p>
      </dgm:t>
    </dgm:pt>
    <dgm:pt modelId="{3669F42B-A7ED-B24D-926E-B2E31E73CDAD}">
      <dgm:prSet phldrT="[Text]"/>
      <dgm:spPr/>
      <dgm:t>
        <a:bodyPr/>
        <a:lstStyle/>
        <a:p>
          <a:pPr rtl="0"/>
          <a:r>
            <a:rPr lang="en-US" dirty="0"/>
            <a:t>Annotated variants (e.g., exon, intron)</a:t>
          </a:r>
        </a:p>
      </dgm:t>
    </dgm:pt>
    <dgm:pt modelId="{155EB701-89F6-554F-9F9F-51472EB9E3C5}" type="parTrans" cxnId="{DA88332D-C6C0-FB4C-9901-F2A1D515F59C}">
      <dgm:prSet/>
      <dgm:spPr/>
      <dgm:t>
        <a:bodyPr/>
        <a:lstStyle/>
        <a:p>
          <a:endParaRPr lang="en-US"/>
        </a:p>
      </dgm:t>
    </dgm:pt>
    <dgm:pt modelId="{201A1CE3-0E38-634A-ACDF-41574B533BAD}" type="sibTrans" cxnId="{DA88332D-C6C0-FB4C-9901-F2A1D515F59C}">
      <dgm:prSet/>
      <dgm:spPr/>
      <dgm:t>
        <a:bodyPr/>
        <a:lstStyle/>
        <a:p>
          <a:endParaRPr lang="en-US"/>
        </a:p>
      </dgm:t>
    </dgm:pt>
    <dgm:pt modelId="{954CCDC6-996D-2A48-BBBF-898FD5034CAA}">
      <dgm:prSet phldrT="[Text]"/>
      <dgm:spPr/>
      <dgm:t>
        <a:bodyPr/>
        <a:lstStyle/>
        <a:p>
          <a:pPr rtl="0"/>
          <a:r>
            <a:rPr lang="en-US" dirty="0"/>
            <a:t>Regulatory element prediction</a:t>
          </a:r>
        </a:p>
      </dgm:t>
    </dgm:pt>
    <dgm:pt modelId="{A4F6507E-9BDC-0B43-B275-E3B874098F93}" type="parTrans" cxnId="{1265E1C6-7F6F-4A44-9DA9-B316C6121BC1}">
      <dgm:prSet/>
      <dgm:spPr/>
      <dgm:t>
        <a:bodyPr/>
        <a:lstStyle/>
        <a:p>
          <a:endParaRPr lang="en-US"/>
        </a:p>
      </dgm:t>
    </dgm:pt>
    <dgm:pt modelId="{A1DA21F8-6D16-9B45-A92A-945EFEB84286}" type="sibTrans" cxnId="{1265E1C6-7F6F-4A44-9DA9-B316C6121BC1}">
      <dgm:prSet/>
      <dgm:spPr/>
      <dgm:t>
        <a:bodyPr/>
        <a:lstStyle/>
        <a:p>
          <a:endParaRPr lang="en-US"/>
        </a:p>
      </dgm:t>
    </dgm:pt>
    <dgm:pt modelId="{19DE4E73-506A-DF4C-99A9-3DC037D8664F}">
      <dgm:prSet phldrT="[Text]"/>
      <dgm:spPr/>
      <dgm:t>
        <a:bodyPr/>
        <a:lstStyle/>
        <a:p>
          <a:pPr rtl="0"/>
          <a:r>
            <a:rPr lang="en-US" dirty="0"/>
            <a:t>Sequence Design (e.g., promotors, novel peptides)</a:t>
          </a:r>
        </a:p>
      </dgm:t>
    </dgm:pt>
    <dgm:pt modelId="{2EC2D4A1-0C01-5249-8E80-1D4B00B6CA72}" type="parTrans" cxnId="{4C26B6CB-5940-3545-B164-D1E4C855FEA1}">
      <dgm:prSet/>
      <dgm:spPr/>
      <dgm:t>
        <a:bodyPr/>
        <a:lstStyle/>
        <a:p>
          <a:endParaRPr lang="en-US"/>
        </a:p>
      </dgm:t>
    </dgm:pt>
    <dgm:pt modelId="{EC3AE8EC-35D3-1A48-B3D4-95052AE9348E}" type="sibTrans" cxnId="{4C26B6CB-5940-3545-B164-D1E4C855FEA1}">
      <dgm:prSet/>
      <dgm:spPr/>
      <dgm:t>
        <a:bodyPr/>
        <a:lstStyle/>
        <a:p>
          <a:endParaRPr lang="en-US"/>
        </a:p>
      </dgm:t>
    </dgm:pt>
    <dgm:pt modelId="{E6027DE9-5EA8-3343-9434-445EDB2A8BBE}">
      <dgm:prSet phldrT="[Text]"/>
      <dgm:spPr/>
      <dgm:t>
        <a:bodyPr/>
        <a:lstStyle/>
        <a:p>
          <a:pPr rtl="0"/>
          <a:r>
            <a:rPr lang="en-US" dirty="0" err="1"/>
            <a:t>Kmers</a:t>
          </a:r>
          <a:endParaRPr lang="en-US" dirty="0"/>
        </a:p>
      </dgm:t>
    </dgm:pt>
    <dgm:pt modelId="{EE8FA19F-F6A9-924D-934D-C72C40D6BBF8}" type="parTrans" cxnId="{D79B4C0A-D735-5848-9B67-DA1521205421}">
      <dgm:prSet/>
      <dgm:spPr/>
      <dgm:t>
        <a:bodyPr/>
        <a:lstStyle/>
        <a:p>
          <a:endParaRPr lang="en-US"/>
        </a:p>
      </dgm:t>
    </dgm:pt>
    <dgm:pt modelId="{1EC4A246-4ADC-DE4A-A2E6-DEEE703DE023}" type="sibTrans" cxnId="{D79B4C0A-D735-5848-9B67-DA1521205421}">
      <dgm:prSet/>
      <dgm:spPr/>
      <dgm:t>
        <a:bodyPr/>
        <a:lstStyle/>
        <a:p>
          <a:endParaRPr lang="en-US"/>
        </a:p>
      </dgm:t>
    </dgm:pt>
    <dgm:pt modelId="{F33454F0-2FCA-4C4D-BFF2-08A74F397F4C}">
      <dgm:prSet phldrT="[Text]"/>
      <dgm:spPr/>
      <dgm:t>
        <a:bodyPr/>
        <a:lstStyle/>
        <a:p>
          <a:pPr rtl="0"/>
          <a:r>
            <a:rPr lang="en-US" dirty="0"/>
            <a:t>Output</a:t>
          </a:r>
        </a:p>
      </dgm:t>
    </dgm:pt>
    <dgm:pt modelId="{7F324B51-2DE8-894F-86E1-8235B8FF51EC}" type="parTrans" cxnId="{FAF7AA86-6B00-3048-8933-31B4180E34E5}">
      <dgm:prSet/>
      <dgm:spPr/>
      <dgm:t>
        <a:bodyPr/>
        <a:lstStyle/>
        <a:p>
          <a:endParaRPr lang="en-US"/>
        </a:p>
      </dgm:t>
    </dgm:pt>
    <dgm:pt modelId="{AB5D7C9B-7AC2-314D-9C4F-EE88F4EAB7C1}" type="sibTrans" cxnId="{FAF7AA86-6B00-3048-8933-31B4180E34E5}">
      <dgm:prSet/>
      <dgm:spPr/>
      <dgm:t>
        <a:bodyPr/>
        <a:lstStyle/>
        <a:p>
          <a:endParaRPr lang="en-US"/>
        </a:p>
      </dgm:t>
    </dgm:pt>
    <dgm:pt modelId="{6B171205-58A5-EA4C-AC61-FD8DE2FE940E}">
      <dgm:prSet phldrT="[Text]"/>
      <dgm:spPr/>
      <dgm:t>
        <a:bodyPr/>
        <a:lstStyle/>
        <a:p>
          <a:pPr rtl="0"/>
          <a:r>
            <a:rPr lang="en-US" dirty="0"/>
            <a:t>Label (e.g., Promoter, not promoter, taxonomy)</a:t>
          </a:r>
        </a:p>
      </dgm:t>
    </dgm:pt>
    <dgm:pt modelId="{E8CC7ED1-F958-324E-8870-2BE5DE636FEF}" type="parTrans" cxnId="{00FDB375-FAFC-8D4B-BCAE-6D68C549AAE8}">
      <dgm:prSet/>
      <dgm:spPr/>
      <dgm:t>
        <a:bodyPr/>
        <a:lstStyle/>
        <a:p>
          <a:endParaRPr lang="en-US"/>
        </a:p>
      </dgm:t>
    </dgm:pt>
    <dgm:pt modelId="{CE1B2D0C-03CD-5A4A-A0AE-69CC73741E95}" type="sibTrans" cxnId="{00FDB375-FAFC-8D4B-BCAE-6D68C549AAE8}">
      <dgm:prSet/>
      <dgm:spPr/>
      <dgm:t>
        <a:bodyPr/>
        <a:lstStyle/>
        <a:p>
          <a:endParaRPr lang="en-US"/>
        </a:p>
      </dgm:t>
    </dgm:pt>
    <dgm:pt modelId="{1126CF6A-21FB-B64E-A09F-646E47A632DB}">
      <dgm:prSet phldrT="[Text]"/>
      <dgm:spPr/>
      <dgm:t>
        <a:bodyPr/>
        <a:lstStyle/>
        <a:p>
          <a:pPr rtl="0"/>
          <a:r>
            <a:rPr lang="en-US" dirty="0"/>
            <a:t>Continuous Score (e.g., gene expression values)</a:t>
          </a:r>
        </a:p>
      </dgm:t>
    </dgm:pt>
    <dgm:pt modelId="{25B7A500-A8A9-A646-B27C-BE6FAAD1C25E}" type="parTrans" cxnId="{68FAF268-00DF-2946-B575-509237995F2B}">
      <dgm:prSet/>
      <dgm:spPr/>
      <dgm:t>
        <a:bodyPr/>
        <a:lstStyle/>
        <a:p>
          <a:endParaRPr lang="en-US"/>
        </a:p>
      </dgm:t>
    </dgm:pt>
    <dgm:pt modelId="{0D532EC7-9A52-0E48-99B9-09DC01F5A1DC}" type="sibTrans" cxnId="{68FAF268-00DF-2946-B575-509237995F2B}">
      <dgm:prSet/>
      <dgm:spPr/>
      <dgm:t>
        <a:bodyPr/>
        <a:lstStyle/>
        <a:p>
          <a:endParaRPr lang="en-US"/>
        </a:p>
      </dgm:t>
    </dgm:pt>
    <dgm:pt modelId="{CABE3563-6286-714F-ADF6-9F9ADC7E0DFE}">
      <dgm:prSet phldrT="[Text]"/>
      <dgm:spPr/>
      <dgm:t>
        <a:bodyPr/>
        <a:lstStyle/>
        <a:p>
          <a:pPr rtl="0"/>
          <a:r>
            <a:rPr lang="en-US" dirty="0"/>
            <a:t>Generated sequences</a:t>
          </a:r>
        </a:p>
      </dgm:t>
    </dgm:pt>
    <dgm:pt modelId="{8754D720-8A0C-094E-B591-C2A9F7EF4154}" type="parTrans" cxnId="{1301804C-8A50-A54A-B0D3-999B3667FDB8}">
      <dgm:prSet/>
      <dgm:spPr/>
      <dgm:t>
        <a:bodyPr/>
        <a:lstStyle/>
        <a:p>
          <a:endParaRPr lang="en-US"/>
        </a:p>
      </dgm:t>
    </dgm:pt>
    <dgm:pt modelId="{04093AE0-CD90-B443-A04C-5461C121D56E}" type="sibTrans" cxnId="{1301804C-8A50-A54A-B0D3-999B3667FDB8}">
      <dgm:prSet/>
      <dgm:spPr/>
      <dgm:t>
        <a:bodyPr/>
        <a:lstStyle/>
        <a:p>
          <a:endParaRPr lang="en-US"/>
        </a:p>
      </dgm:t>
    </dgm:pt>
    <dgm:pt modelId="{C0F3F3EA-2A4C-F74A-A6A3-8758E169DDB9}" type="pres">
      <dgm:prSet presAssocID="{376AAEB5-03E7-5F4A-A233-09F605CA666F}" presName="CompostProcess" presStyleCnt="0">
        <dgm:presLayoutVars>
          <dgm:dir/>
          <dgm:resizeHandles val="exact"/>
        </dgm:presLayoutVars>
      </dgm:prSet>
      <dgm:spPr/>
    </dgm:pt>
    <dgm:pt modelId="{10D777A9-8060-BF49-9A87-1D3F7FFA74A0}" type="pres">
      <dgm:prSet presAssocID="{376AAEB5-03E7-5F4A-A233-09F605CA666F}" presName="arrow" presStyleLbl="bgShp" presStyleIdx="0" presStyleCnt="1"/>
      <dgm:spPr/>
    </dgm:pt>
    <dgm:pt modelId="{0E2EAF97-63BE-0044-A59C-A8384291CA37}" type="pres">
      <dgm:prSet presAssocID="{376AAEB5-03E7-5F4A-A233-09F605CA666F}" presName="linearProcess" presStyleCnt="0"/>
      <dgm:spPr/>
    </dgm:pt>
    <dgm:pt modelId="{E66F624E-55F3-AC43-8C6E-3906FB10B8F1}" type="pres">
      <dgm:prSet presAssocID="{C06144C9-5C53-EA48-8BF3-F739F6A6D8F8}" presName="textNode" presStyleLbl="node1" presStyleIdx="0" presStyleCnt="3">
        <dgm:presLayoutVars>
          <dgm:bulletEnabled val="1"/>
        </dgm:presLayoutVars>
      </dgm:prSet>
      <dgm:spPr/>
    </dgm:pt>
    <dgm:pt modelId="{65F663BE-3865-D140-BAE8-29617A4847AA}" type="pres">
      <dgm:prSet presAssocID="{334CBFF3-1AAE-1448-AEBB-9C602D696CFB}" presName="sibTrans" presStyleCnt="0"/>
      <dgm:spPr/>
    </dgm:pt>
    <dgm:pt modelId="{98D1EDE8-AE4D-0044-8470-0442ECC8A3F4}" type="pres">
      <dgm:prSet presAssocID="{BB506399-A8F0-8246-AF28-A9947C943977}" presName="textNode" presStyleLbl="node1" presStyleIdx="1" presStyleCnt="3">
        <dgm:presLayoutVars>
          <dgm:bulletEnabled val="1"/>
        </dgm:presLayoutVars>
      </dgm:prSet>
      <dgm:spPr/>
    </dgm:pt>
    <dgm:pt modelId="{04DF7D42-4668-6241-90B3-8ABA7D5F3A85}" type="pres">
      <dgm:prSet presAssocID="{25ACEBEF-7794-F24A-9368-F107976F39CA}" presName="sibTrans" presStyleCnt="0"/>
      <dgm:spPr/>
    </dgm:pt>
    <dgm:pt modelId="{3F9D1C3A-0534-D642-AC01-65C70948959B}" type="pres">
      <dgm:prSet presAssocID="{F33454F0-2FCA-4C4D-BFF2-08A74F397F4C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D79B4C0A-D735-5848-9B67-DA1521205421}" srcId="{BB506399-A8F0-8246-AF28-A9947C943977}" destId="{E6027DE9-5EA8-3343-9434-445EDB2A8BBE}" srcOrd="2" destOrd="0" parTransId="{EE8FA19F-F6A9-924D-934D-C72C40D6BBF8}" sibTransId="{1EC4A246-4ADC-DE4A-A2E6-DEEE703DE023}"/>
    <dgm:cxn modelId="{D357101B-37E4-C040-8153-C684E341E06E}" type="presOf" srcId="{376AAEB5-03E7-5F4A-A233-09F605CA666F}" destId="{C0F3F3EA-2A4C-F74A-A6A3-8758E169DDB9}" srcOrd="0" destOrd="0" presId="urn:microsoft.com/office/officeart/2005/8/layout/hProcess9"/>
    <dgm:cxn modelId="{83176724-0D03-8342-9786-B2DA02B8C1EC}" type="presOf" srcId="{19DE4E73-506A-DF4C-99A9-3DC037D8664F}" destId="{E66F624E-55F3-AC43-8C6E-3906FB10B8F1}" srcOrd="0" destOrd="4" presId="urn:microsoft.com/office/officeart/2005/8/layout/hProcess9"/>
    <dgm:cxn modelId="{96033827-4AB9-B54C-9C27-378C1357759F}" type="presOf" srcId="{F33454F0-2FCA-4C4D-BFF2-08A74F397F4C}" destId="{3F9D1C3A-0534-D642-AC01-65C70948959B}" srcOrd="0" destOrd="0" presId="urn:microsoft.com/office/officeart/2005/8/layout/hProcess9"/>
    <dgm:cxn modelId="{DA88332D-C6C0-FB4C-9901-F2A1D515F59C}" srcId="{BB506399-A8F0-8246-AF28-A9947C943977}" destId="{3669F42B-A7ED-B24D-926E-B2E31E73CDAD}" srcOrd="1" destOrd="0" parTransId="{155EB701-89F6-554F-9F9F-51472EB9E3C5}" sibTransId="{201A1CE3-0E38-634A-ACDF-41574B533BAD}"/>
    <dgm:cxn modelId="{9125EF30-292A-D94E-BF31-4A568B55A0BB}" type="presOf" srcId="{3669F42B-A7ED-B24D-926E-B2E31E73CDAD}" destId="{98D1EDE8-AE4D-0044-8470-0442ECC8A3F4}" srcOrd="0" destOrd="2" presId="urn:microsoft.com/office/officeart/2005/8/layout/hProcess9"/>
    <dgm:cxn modelId="{4D31AD33-722F-454A-9DAC-F8B419140607}" type="presOf" srcId="{CABE3563-6286-714F-ADF6-9F9ADC7E0DFE}" destId="{3F9D1C3A-0534-D642-AC01-65C70948959B}" srcOrd="0" destOrd="3" presId="urn:microsoft.com/office/officeart/2005/8/layout/hProcess9"/>
    <dgm:cxn modelId="{717DBE35-F4AD-914B-AD22-7B701BF7F298}" srcId="{C06144C9-5C53-EA48-8BF3-F739F6A6D8F8}" destId="{1E73EF94-EAC8-334B-909A-E144311A2ED2}" srcOrd="1" destOrd="0" parTransId="{F61F8EA2-C220-8E48-9BD1-DB9886B699BE}" sibTransId="{DC68E644-12CB-3343-BF3E-FCCF8CE40EBA}"/>
    <dgm:cxn modelId="{F4C85944-E27C-624D-8BCF-00407F980B81}" type="presOf" srcId="{6B171205-58A5-EA4C-AC61-FD8DE2FE940E}" destId="{3F9D1C3A-0534-D642-AC01-65C70948959B}" srcOrd="0" destOrd="1" presId="urn:microsoft.com/office/officeart/2005/8/layout/hProcess9"/>
    <dgm:cxn modelId="{AE974E4B-F96A-2D49-B3CF-EF57DC504BE2}" type="presOf" srcId="{6412D110-7BC9-3240-B406-4901853DE853}" destId="{98D1EDE8-AE4D-0044-8470-0442ECC8A3F4}" srcOrd="0" destOrd="1" presId="urn:microsoft.com/office/officeart/2005/8/layout/hProcess9"/>
    <dgm:cxn modelId="{1301804C-8A50-A54A-B0D3-999B3667FDB8}" srcId="{F33454F0-2FCA-4C4D-BFF2-08A74F397F4C}" destId="{CABE3563-6286-714F-ADF6-9F9ADC7E0DFE}" srcOrd="2" destOrd="0" parTransId="{8754D720-8A0C-094E-B591-C2A9F7EF4154}" sibTransId="{04093AE0-CD90-B443-A04C-5461C121D56E}"/>
    <dgm:cxn modelId="{A897A451-B683-5649-B57E-DA8D663E3905}" type="presOf" srcId="{954CCDC6-996D-2A48-BBBF-898FD5034CAA}" destId="{E66F624E-55F3-AC43-8C6E-3906FB10B8F1}" srcOrd="0" destOrd="3" presId="urn:microsoft.com/office/officeart/2005/8/layout/hProcess9"/>
    <dgm:cxn modelId="{C1236B54-169A-D749-A2D9-4A3EBDE11860}" srcId="{C06144C9-5C53-EA48-8BF3-F739F6A6D8F8}" destId="{2580CF3B-B7D8-3C4C-9F3C-13F265FD06A0}" srcOrd="0" destOrd="0" parTransId="{8CF8C24A-A8C0-1D4C-9EEA-1CDF921A8F9B}" sibTransId="{A80F1936-4F1B-F449-A88D-0475B8881CA5}"/>
    <dgm:cxn modelId="{42B90663-4495-DA47-A382-D74AB37C0860}" srcId="{BB506399-A8F0-8246-AF28-A9947C943977}" destId="{6412D110-7BC9-3240-B406-4901853DE853}" srcOrd="0" destOrd="0" parTransId="{13A47EB7-2ADB-7E40-9A84-953136F48156}" sibTransId="{88B32E12-78B8-6C41-9C9C-70FD47174AF9}"/>
    <dgm:cxn modelId="{ACB21664-3901-EC4D-9936-F88C70DF8F90}" type="presOf" srcId="{2580CF3B-B7D8-3C4C-9F3C-13F265FD06A0}" destId="{E66F624E-55F3-AC43-8C6E-3906FB10B8F1}" srcOrd="0" destOrd="1" presId="urn:microsoft.com/office/officeart/2005/8/layout/hProcess9"/>
    <dgm:cxn modelId="{F324CA68-2AFE-E941-8FB9-E1786F58356B}" type="presOf" srcId="{BB506399-A8F0-8246-AF28-A9947C943977}" destId="{98D1EDE8-AE4D-0044-8470-0442ECC8A3F4}" srcOrd="0" destOrd="0" presId="urn:microsoft.com/office/officeart/2005/8/layout/hProcess9"/>
    <dgm:cxn modelId="{68FAF268-00DF-2946-B575-509237995F2B}" srcId="{F33454F0-2FCA-4C4D-BFF2-08A74F397F4C}" destId="{1126CF6A-21FB-B64E-A09F-646E47A632DB}" srcOrd="1" destOrd="0" parTransId="{25B7A500-A8A9-A646-B27C-BE6FAAD1C25E}" sibTransId="{0D532EC7-9A52-0E48-99B9-09DC01F5A1DC}"/>
    <dgm:cxn modelId="{00FDB375-FAFC-8D4B-BCAE-6D68C549AAE8}" srcId="{F33454F0-2FCA-4C4D-BFF2-08A74F397F4C}" destId="{6B171205-58A5-EA4C-AC61-FD8DE2FE940E}" srcOrd="0" destOrd="0" parTransId="{E8CC7ED1-F958-324E-8870-2BE5DE636FEF}" sibTransId="{CE1B2D0C-03CD-5A4A-A0AE-69CC73741E95}"/>
    <dgm:cxn modelId="{FAF7AA86-6B00-3048-8933-31B4180E34E5}" srcId="{376AAEB5-03E7-5F4A-A233-09F605CA666F}" destId="{F33454F0-2FCA-4C4D-BFF2-08A74F397F4C}" srcOrd="2" destOrd="0" parTransId="{7F324B51-2DE8-894F-86E1-8235B8FF51EC}" sibTransId="{AB5D7C9B-7AC2-314D-9C4F-EE88F4EAB7C1}"/>
    <dgm:cxn modelId="{D3C00496-E7C2-FA4E-A0B9-8F73A9271886}" type="presOf" srcId="{E6027DE9-5EA8-3343-9434-445EDB2A8BBE}" destId="{98D1EDE8-AE4D-0044-8470-0442ECC8A3F4}" srcOrd="0" destOrd="3" presId="urn:microsoft.com/office/officeart/2005/8/layout/hProcess9"/>
    <dgm:cxn modelId="{0E97909B-9B47-1A4C-9A27-88FD1928497A}" type="presOf" srcId="{1126CF6A-21FB-B64E-A09F-646E47A632DB}" destId="{3F9D1C3A-0534-D642-AC01-65C70948959B}" srcOrd="0" destOrd="2" presId="urn:microsoft.com/office/officeart/2005/8/layout/hProcess9"/>
    <dgm:cxn modelId="{4303D5BB-CC7E-B344-8575-275210757625}" type="presOf" srcId="{C06144C9-5C53-EA48-8BF3-F739F6A6D8F8}" destId="{E66F624E-55F3-AC43-8C6E-3906FB10B8F1}" srcOrd="0" destOrd="0" presId="urn:microsoft.com/office/officeart/2005/8/layout/hProcess9"/>
    <dgm:cxn modelId="{134F58C0-3B0C-D046-9290-4A2B415257B9}" srcId="{376AAEB5-03E7-5F4A-A233-09F605CA666F}" destId="{C06144C9-5C53-EA48-8BF3-F739F6A6D8F8}" srcOrd="0" destOrd="0" parTransId="{0BA332D9-2C2C-7B4D-9DF5-563FF711B770}" sibTransId="{334CBFF3-1AAE-1448-AEBB-9C602D696CFB}"/>
    <dgm:cxn modelId="{1265E1C6-7F6F-4A44-9DA9-B316C6121BC1}" srcId="{C06144C9-5C53-EA48-8BF3-F739F6A6D8F8}" destId="{954CCDC6-996D-2A48-BBBF-898FD5034CAA}" srcOrd="2" destOrd="0" parTransId="{A4F6507E-9BDC-0B43-B275-E3B874098F93}" sibTransId="{A1DA21F8-6D16-9B45-A92A-945EFEB84286}"/>
    <dgm:cxn modelId="{C312C7C8-CEA3-1F4D-9379-707A9499D523}" srcId="{376AAEB5-03E7-5F4A-A233-09F605CA666F}" destId="{BB506399-A8F0-8246-AF28-A9947C943977}" srcOrd="1" destOrd="0" parTransId="{6E2EA84D-0C5E-5640-861E-6FDBCB942773}" sibTransId="{25ACEBEF-7794-F24A-9368-F107976F39CA}"/>
    <dgm:cxn modelId="{4C26B6CB-5940-3545-B164-D1E4C855FEA1}" srcId="{C06144C9-5C53-EA48-8BF3-F739F6A6D8F8}" destId="{19DE4E73-506A-DF4C-99A9-3DC037D8664F}" srcOrd="3" destOrd="0" parTransId="{2EC2D4A1-0C01-5249-8E80-1D4B00B6CA72}" sibTransId="{EC3AE8EC-35D3-1A48-B3D4-95052AE9348E}"/>
    <dgm:cxn modelId="{D41F2EDD-6429-E246-B328-61B4E7E817A6}" type="presOf" srcId="{1E73EF94-EAC8-334B-909A-E144311A2ED2}" destId="{E66F624E-55F3-AC43-8C6E-3906FB10B8F1}" srcOrd="0" destOrd="2" presId="urn:microsoft.com/office/officeart/2005/8/layout/hProcess9"/>
    <dgm:cxn modelId="{33861816-A58A-734B-9084-35309C9230C8}" type="presParOf" srcId="{C0F3F3EA-2A4C-F74A-A6A3-8758E169DDB9}" destId="{10D777A9-8060-BF49-9A87-1D3F7FFA74A0}" srcOrd="0" destOrd="0" presId="urn:microsoft.com/office/officeart/2005/8/layout/hProcess9"/>
    <dgm:cxn modelId="{46B9D16F-D325-0348-92A8-700D4FA2AC07}" type="presParOf" srcId="{C0F3F3EA-2A4C-F74A-A6A3-8758E169DDB9}" destId="{0E2EAF97-63BE-0044-A59C-A8384291CA37}" srcOrd="1" destOrd="0" presId="urn:microsoft.com/office/officeart/2005/8/layout/hProcess9"/>
    <dgm:cxn modelId="{47F5F0D7-A5F7-BC43-90FD-05B3D3861418}" type="presParOf" srcId="{0E2EAF97-63BE-0044-A59C-A8384291CA37}" destId="{E66F624E-55F3-AC43-8C6E-3906FB10B8F1}" srcOrd="0" destOrd="0" presId="urn:microsoft.com/office/officeart/2005/8/layout/hProcess9"/>
    <dgm:cxn modelId="{E4AEF8D3-D2C1-F540-9A67-5DC267EE4682}" type="presParOf" srcId="{0E2EAF97-63BE-0044-A59C-A8384291CA37}" destId="{65F663BE-3865-D140-BAE8-29617A4847AA}" srcOrd="1" destOrd="0" presId="urn:microsoft.com/office/officeart/2005/8/layout/hProcess9"/>
    <dgm:cxn modelId="{616C5184-9BD5-5E47-A197-103A27F9ADFD}" type="presParOf" srcId="{0E2EAF97-63BE-0044-A59C-A8384291CA37}" destId="{98D1EDE8-AE4D-0044-8470-0442ECC8A3F4}" srcOrd="2" destOrd="0" presId="urn:microsoft.com/office/officeart/2005/8/layout/hProcess9"/>
    <dgm:cxn modelId="{3040E311-763E-2B48-B738-F558379C57CB}" type="presParOf" srcId="{0E2EAF97-63BE-0044-A59C-A8384291CA37}" destId="{04DF7D42-4668-6241-90B3-8ABA7D5F3A85}" srcOrd="3" destOrd="0" presId="urn:microsoft.com/office/officeart/2005/8/layout/hProcess9"/>
    <dgm:cxn modelId="{8AD45D62-3BC5-EC42-ADD6-900D7C7330D6}" type="presParOf" srcId="{0E2EAF97-63BE-0044-A59C-A8384291CA37}" destId="{3F9D1C3A-0534-D642-AC01-65C70948959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18F2E2-9FA4-8F41-9A7B-437AF6815D28}" type="doc">
      <dgm:prSet loTypeId="urn:microsoft.com/office/officeart/2005/8/layout/vList2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E10B63-E4A7-B04E-BFCC-08AB4F7451A8}">
      <dgm:prSet phldrT="[Text]"/>
      <dgm:spPr/>
      <dgm:t>
        <a:bodyPr/>
        <a:lstStyle/>
        <a:p>
          <a:pPr rtl="0"/>
          <a:r>
            <a:rPr lang="en-US" dirty="0"/>
            <a:t>Species Domain</a:t>
          </a:r>
        </a:p>
      </dgm:t>
    </dgm:pt>
    <dgm:pt modelId="{6E173792-7EAD-4547-A8E6-CD7C3E9B64CC}" type="parTrans" cxnId="{67E1DCFC-B163-824D-AA8A-4E8BFE22EE0A}">
      <dgm:prSet/>
      <dgm:spPr/>
      <dgm:t>
        <a:bodyPr/>
        <a:lstStyle/>
        <a:p>
          <a:endParaRPr lang="en-US"/>
        </a:p>
      </dgm:t>
    </dgm:pt>
    <dgm:pt modelId="{64B24F58-8171-804C-83EC-132AF4E82D4A}" type="sibTrans" cxnId="{67E1DCFC-B163-824D-AA8A-4E8BFE22EE0A}">
      <dgm:prSet/>
      <dgm:spPr/>
      <dgm:t>
        <a:bodyPr/>
        <a:lstStyle/>
        <a:p>
          <a:endParaRPr lang="en-US"/>
        </a:p>
      </dgm:t>
    </dgm:pt>
    <dgm:pt modelId="{DA5AC290-2192-6B4A-8DDF-45BD71D18604}">
      <dgm:prSet phldrT="[Text]"/>
      <dgm:spPr/>
      <dgm:t>
        <a:bodyPr/>
        <a:lstStyle/>
        <a:p>
          <a:pPr rtl="0"/>
          <a:r>
            <a:rPr lang="en-US" dirty="0"/>
            <a:t>Human/Mouse, Plant, Microbial, non-model organism</a:t>
          </a:r>
        </a:p>
      </dgm:t>
    </dgm:pt>
    <dgm:pt modelId="{0B63CE39-3DD0-124D-B4F7-5AD201F12D3E}" type="parTrans" cxnId="{568010D6-B38E-5B43-8B96-E870DD663F20}">
      <dgm:prSet/>
      <dgm:spPr/>
      <dgm:t>
        <a:bodyPr/>
        <a:lstStyle/>
        <a:p>
          <a:endParaRPr lang="en-US"/>
        </a:p>
      </dgm:t>
    </dgm:pt>
    <dgm:pt modelId="{702C6F66-F784-C143-AB9E-F8E12715FE89}" type="sibTrans" cxnId="{568010D6-B38E-5B43-8B96-E870DD663F20}">
      <dgm:prSet/>
      <dgm:spPr/>
      <dgm:t>
        <a:bodyPr/>
        <a:lstStyle/>
        <a:p>
          <a:endParaRPr lang="en-US"/>
        </a:p>
      </dgm:t>
    </dgm:pt>
    <dgm:pt modelId="{D49AE591-E66E-1940-AE38-C204CC23A3D7}">
      <dgm:prSet phldrT="[Text]"/>
      <dgm:spPr/>
      <dgm:t>
        <a:bodyPr/>
        <a:lstStyle/>
        <a:p>
          <a:pPr rtl="0"/>
          <a:r>
            <a:rPr lang="en-US" dirty="0"/>
            <a:t>Model Architecture &amp; Size</a:t>
          </a:r>
        </a:p>
      </dgm:t>
    </dgm:pt>
    <dgm:pt modelId="{8117F783-D435-204B-977B-33617C500F68}" type="parTrans" cxnId="{52A71FD9-7EEE-3E4A-8817-D2B55AB7CF86}">
      <dgm:prSet/>
      <dgm:spPr/>
      <dgm:t>
        <a:bodyPr/>
        <a:lstStyle/>
        <a:p>
          <a:endParaRPr lang="en-US"/>
        </a:p>
      </dgm:t>
    </dgm:pt>
    <dgm:pt modelId="{95A1F820-94D8-1E4E-87CE-CC9AFA8E7FDE}" type="sibTrans" cxnId="{52A71FD9-7EEE-3E4A-8817-D2B55AB7CF86}">
      <dgm:prSet/>
      <dgm:spPr/>
      <dgm:t>
        <a:bodyPr/>
        <a:lstStyle/>
        <a:p>
          <a:endParaRPr lang="en-US"/>
        </a:p>
      </dgm:t>
    </dgm:pt>
    <dgm:pt modelId="{722B7EDF-8440-7741-AC86-ED8565253B87}">
      <dgm:prSet phldrT="[Text]"/>
      <dgm:spPr/>
      <dgm:t>
        <a:bodyPr/>
        <a:lstStyle/>
        <a:p>
          <a:pPr rtl="0"/>
          <a:r>
            <a:rPr lang="en-US" dirty="0"/>
            <a:t>Small (10–100 M) for quick fine-tuning vs. large (100 M– few B) for generation</a:t>
          </a:r>
        </a:p>
      </dgm:t>
    </dgm:pt>
    <dgm:pt modelId="{244592AB-7281-2C4D-8FE7-4FF2D1E56279}" type="parTrans" cxnId="{154080ED-C7A9-774D-883B-F1B4B8ECE5D9}">
      <dgm:prSet/>
      <dgm:spPr/>
      <dgm:t>
        <a:bodyPr/>
        <a:lstStyle/>
        <a:p>
          <a:endParaRPr lang="en-US"/>
        </a:p>
      </dgm:t>
    </dgm:pt>
    <dgm:pt modelId="{6AA8DD0C-B094-C24B-B086-8D5D2EE6F306}" type="sibTrans" cxnId="{154080ED-C7A9-774D-883B-F1B4B8ECE5D9}">
      <dgm:prSet/>
      <dgm:spPr/>
      <dgm:t>
        <a:bodyPr/>
        <a:lstStyle/>
        <a:p>
          <a:endParaRPr lang="en-US"/>
        </a:p>
      </dgm:t>
    </dgm:pt>
    <dgm:pt modelId="{E65E1628-DAC0-3744-A287-7F99C30323E5}">
      <dgm:prSet phldrT="[Text]"/>
      <dgm:spPr/>
      <dgm:t>
        <a:bodyPr/>
        <a:lstStyle/>
        <a:p>
          <a:pPr rtl="0"/>
          <a:r>
            <a:rPr lang="en-US" dirty="0"/>
            <a:t>Tokenization Scheme</a:t>
          </a:r>
        </a:p>
      </dgm:t>
    </dgm:pt>
    <dgm:pt modelId="{07A4CB79-D84D-5C4F-B275-AFE0FB79D6B4}" type="parTrans" cxnId="{A2F63EF3-25DA-1D42-B7E2-9C8C1981A408}">
      <dgm:prSet/>
      <dgm:spPr/>
      <dgm:t>
        <a:bodyPr/>
        <a:lstStyle/>
        <a:p>
          <a:endParaRPr lang="en-US"/>
        </a:p>
      </dgm:t>
    </dgm:pt>
    <dgm:pt modelId="{8A3F2ED2-FDE3-7E48-90DD-2B1D3C2F9243}" type="sibTrans" cxnId="{A2F63EF3-25DA-1D42-B7E2-9C8C1981A408}">
      <dgm:prSet/>
      <dgm:spPr/>
      <dgm:t>
        <a:bodyPr/>
        <a:lstStyle/>
        <a:p>
          <a:endParaRPr lang="en-US"/>
        </a:p>
      </dgm:t>
    </dgm:pt>
    <dgm:pt modelId="{8005CE97-B55A-8340-A077-9D1E0FE789CB}">
      <dgm:prSet phldrT="[Text]"/>
      <dgm:spPr/>
      <dgm:t>
        <a:bodyPr/>
        <a:lstStyle/>
        <a:p>
          <a:pPr rtl="0"/>
          <a:r>
            <a:rPr lang="en-US" dirty="0"/>
            <a:t>Training Corpus</a:t>
          </a:r>
        </a:p>
      </dgm:t>
    </dgm:pt>
    <dgm:pt modelId="{98182797-6CF1-3C4F-9007-C4EEC54D97B2}" type="parTrans" cxnId="{EB96954B-BD10-094E-9DA7-DE02F3890F29}">
      <dgm:prSet/>
      <dgm:spPr/>
      <dgm:t>
        <a:bodyPr/>
        <a:lstStyle/>
        <a:p>
          <a:endParaRPr lang="en-US"/>
        </a:p>
      </dgm:t>
    </dgm:pt>
    <dgm:pt modelId="{D404B3EB-075B-DA4B-B396-2D42A4524471}" type="sibTrans" cxnId="{EB96954B-BD10-094E-9DA7-DE02F3890F29}">
      <dgm:prSet/>
      <dgm:spPr/>
      <dgm:t>
        <a:bodyPr/>
        <a:lstStyle/>
        <a:p>
          <a:endParaRPr lang="en-US"/>
        </a:p>
      </dgm:t>
    </dgm:pt>
    <dgm:pt modelId="{3ED83546-ECDE-1748-B8A9-12EBCAE8AEB4}">
      <dgm:prSet phldrT="[Text]"/>
      <dgm:spPr/>
      <dgm:t>
        <a:bodyPr/>
        <a:lstStyle/>
        <a:p>
          <a:pPr rtl="0"/>
          <a:r>
            <a:rPr lang="en-US" dirty="0"/>
            <a:t>Single Species, Multispecies</a:t>
          </a:r>
        </a:p>
      </dgm:t>
    </dgm:pt>
    <dgm:pt modelId="{1D37F333-01A5-0F48-BD88-11EBF6E10A36}" type="parTrans" cxnId="{BF50BA61-F8AE-BE40-83F8-1A785268C3AB}">
      <dgm:prSet/>
      <dgm:spPr/>
      <dgm:t>
        <a:bodyPr/>
        <a:lstStyle/>
        <a:p>
          <a:endParaRPr lang="en-US"/>
        </a:p>
      </dgm:t>
    </dgm:pt>
    <dgm:pt modelId="{316E2B14-EACA-8C4D-BAC9-DC067B25D3AC}" type="sibTrans" cxnId="{BF50BA61-F8AE-BE40-83F8-1A785268C3AB}">
      <dgm:prSet/>
      <dgm:spPr/>
      <dgm:t>
        <a:bodyPr/>
        <a:lstStyle/>
        <a:p>
          <a:endParaRPr lang="en-US"/>
        </a:p>
      </dgm:t>
    </dgm:pt>
    <dgm:pt modelId="{64356FC0-AA05-0243-A7F6-AC2B2884D4F5}">
      <dgm:prSet phldrT="[Text]"/>
      <dgm:spPr/>
      <dgm:t>
        <a:bodyPr/>
        <a:lstStyle/>
        <a:p>
          <a:pPr rtl="0"/>
          <a:r>
            <a:rPr lang="en-US" dirty="0"/>
            <a:t>k-</a:t>
          </a:r>
          <a:r>
            <a:rPr lang="en-US" dirty="0" err="1"/>
            <a:t>mers</a:t>
          </a:r>
          <a:r>
            <a:rPr lang="en-US" dirty="0"/>
            <a:t> (fixed-length) vs. BPE vs. variant-aware tokens</a:t>
          </a:r>
        </a:p>
      </dgm:t>
    </dgm:pt>
    <dgm:pt modelId="{042CD87E-3FAB-7545-8724-E1C3401D60CA}" type="parTrans" cxnId="{B568772C-AAD5-DA49-9EDD-66B0089AFEE0}">
      <dgm:prSet/>
      <dgm:spPr/>
      <dgm:t>
        <a:bodyPr/>
        <a:lstStyle/>
        <a:p>
          <a:endParaRPr lang="en-US"/>
        </a:p>
      </dgm:t>
    </dgm:pt>
    <dgm:pt modelId="{1D593367-26F1-2941-A4AF-690E5DB4F466}" type="sibTrans" cxnId="{B568772C-AAD5-DA49-9EDD-66B0089AFEE0}">
      <dgm:prSet/>
      <dgm:spPr/>
      <dgm:t>
        <a:bodyPr/>
        <a:lstStyle/>
        <a:p>
          <a:endParaRPr lang="en-US"/>
        </a:p>
      </dgm:t>
    </dgm:pt>
    <dgm:pt modelId="{2ABDD68A-0BA0-5543-9BBA-DC8BEA8E10BD}">
      <dgm:prSet phldrT="[Text]"/>
      <dgm:spPr/>
      <dgm:t>
        <a:bodyPr/>
        <a:lstStyle/>
        <a:p>
          <a:pPr rtl="0"/>
          <a:r>
            <a:rPr lang="en-US" dirty="0"/>
            <a:t>Accessibility, Licensing, Deployment aspects</a:t>
          </a:r>
        </a:p>
      </dgm:t>
    </dgm:pt>
    <dgm:pt modelId="{26B4613D-83CB-8046-85B1-E29F9BC3B100}" type="parTrans" cxnId="{D410201B-BAE8-0A4D-B109-5CFFDAC02C13}">
      <dgm:prSet/>
      <dgm:spPr/>
      <dgm:t>
        <a:bodyPr/>
        <a:lstStyle/>
        <a:p>
          <a:endParaRPr lang="en-US"/>
        </a:p>
      </dgm:t>
    </dgm:pt>
    <dgm:pt modelId="{34A03CD8-6528-8441-867E-29C882CA3FFF}" type="sibTrans" cxnId="{D410201B-BAE8-0A4D-B109-5CFFDAC02C13}">
      <dgm:prSet/>
      <dgm:spPr/>
      <dgm:t>
        <a:bodyPr/>
        <a:lstStyle/>
        <a:p>
          <a:endParaRPr lang="en-US"/>
        </a:p>
      </dgm:t>
    </dgm:pt>
    <dgm:pt modelId="{B493AC89-5718-7F4D-BF03-6748C01FCB13}">
      <dgm:prSet phldrT="[Text]"/>
      <dgm:spPr/>
      <dgm:t>
        <a:bodyPr/>
        <a:lstStyle/>
        <a:p>
          <a:pPr rtl="0"/>
          <a:r>
            <a:rPr lang="en-US" dirty="0"/>
            <a:t>Hugging Face availability, MIT/Apache-2.0 licenses, Deployment complexity</a:t>
          </a:r>
        </a:p>
      </dgm:t>
    </dgm:pt>
    <dgm:pt modelId="{AA847422-4770-B046-BC73-BD18EA1EA4E2}" type="parTrans" cxnId="{0D0309DB-18F7-7A43-88E1-D37D5EEE20A1}">
      <dgm:prSet/>
      <dgm:spPr/>
      <dgm:t>
        <a:bodyPr/>
        <a:lstStyle/>
        <a:p>
          <a:endParaRPr lang="en-US"/>
        </a:p>
      </dgm:t>
    </dgm:pt>
    <dgm:pt modelId="{6EBCB862-1BD8-CC44-B422-36AFF5D05ED0}" type="sibTrans" cxnId="{0D0309DB-18F7-7A43-88E1-D37D5EEE20A1}">
      <dgm:prSet/>
      <dgm:spPr/>
      <dgm:t>
        <a:bodyPr/>
        <a:lstStyle/>
        <a:p>
          <a:endParaRPr lang="en-US"/>
        </a:p>
      </dgm:t>
    </dgm:pt>
    <dgm:pt modelId="{2EF9463B-C4C7-C947-8443-14CEBB710969}" type="pres">
      <dgm:prSet presAssocID="{4A18F2E2-9FA4-8F41-9A7B-437AF6815D28}" presName="linear" presStyleCnt="0">
        <dgm:presLayoutVars>
          <dgm:animLvl val="lvl"/>
          <dgm:resizeHandles val="exact"/>
        </dgm:presLayoutVars>
      </dgm:prSet>
      <dgm:spPr/>
    </dgm:pt>
    <dgm:pt modelId="{AB7C8C73-1B32-9644-9A87-A00D566E1FC5}" type="pres">
      <dgm:prSet presAssocID="{8005CE97-B55A-8340-A077-9D1E0FE789C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1035C2E-FB66-A944-9C58-57B7B7921E3A}" type="pres">
      <dgm:prSet presAssocID="{8005CE97-B55A-8340-A077-9D1E0FE789CB}" presName="childText" presStyleLbl="revTx" presStyleIdx="0" presStyleCnt="5">
        <dgm:presLayoutVars>
          <dgm:bulletEnabled val="1"/>
        </dgm:presLayoutVars>
      </dgm:prSet>
      <dgm:spPr/>
    </dgm:pt>
    <dgm:pt modelId="{2D6F2C00-76C5-BD47-817F-5DD815180F37}" type="pres">
      <dgm:prSet presAssocID="{12E10B63-E4A7-B04E-BFCC-08AB4F7451A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801BA1D-1F23-8541-8CC8-BB8A36F2614D}" type="pres">
      <dgm:prSet presAssocID="{12E10B63-E4A7-B04E-BFCC-08AB4F7451A8}" presName="childText" presStyleLbl="revTx" presStyleIdx="1" presStyleCnt="5">
        <dgm:presLayoutVars>
          <dgm:bulletEnabled val="1"/>
        </dgm:presLayoutVars>
      </dgm:prSet>
      <dgm:spPr/>
    </dgm:pt>
    <dgm:pt modelId="{10F1352E-593A-FC48-A524-4518077570C1}" type="pres">
      <dgm:prSet presAssocID="{D49AE591-E66E-1940-AE38-C204CC23A3D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D6BAB80-BF54-E441-BA9B-C092919AA477}" type="pres">
      <dgm:prSet presAssocID="{D49AE591-E66E-1940-AE38-C204CC23A3D7}" presName="childText" presStyleLbl="revTx" presStyleIdx="2" presStyleCnt="5">
        <dgm:presLayoutVars>
          <dgm:bulletEnabled val="1"/>
        </dgm:presLayoutVars>
      </dgm:prSet>
      <dgm:spPr/>
    </dgm:pt>
    <dgm:pt modelId="{856E3655-F49A-724B-8554-73A12574C125}" type="pres">
      <dgm:prSet presAssocID="{E65E1628-DAC0-3744-A287-7F99C30323E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7B3F2C3-53C9-4043-B943-EAB5A06746FD}" type="pres">
      <dgm:prSet presAssocID="{E65E1628-DAC0-3744-A287-7F99C30323E5}" presName="childText" presStyleLbl="revTx" presStyleIdx="3" presStyleCnt="5">
        <dgm:presLayoutVars>
          <dgm:bulletEnabled val="1"/>
        </dgm:presLayoutVars>
      </dgm:prSet>
      <dgm:spPr/>
    </dgm:pt>
    <dgm:pt modelId="{E25787BA-FD00-FE48-AB2B-59062DE111E3}" type="pres">
      <dgm:prSet presAssocID="{2ABDD68A-0BA0-5543-9BBA-DC8BEA8E10B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62DE558-9B16-3A4D-B7DD-91277FD0EE59}" type="pres">
      <dgm:prSet presAssocID="{2ABDD68A-0BA0-5543-9BBA-DC8BEA8E10BD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0BDCBD0E-590E-BA43-AE82-658B070191D6}" type="presOf" srcId="{8005CE97-B55A-8340-A077-9D1E0FE789CB}" destId="{AB7C8C73-1B32-9644-9A87-A00D566E1FC5}" srcOrd="0" destOrd="0" presId="urn:microsoft.com/office/officeart/2005/8/layout/vList2"/>
    <dgm:cxn modelId="{D410201B-BAE8-0A4D-B109-5CFFDAC02C13}" srcId="{4A18F2E2-9FA4-8F41-9A7B-437AF6815D28}" destId="{2ABDD68A-0BA0-5543-9BBA-DC8BEA8E10BD}" srcOrd="4" destOrd="0" parTransId="{26B4613D-83CB-8046-85B1-E29F9BC3B100}" sibTransId="{34A03CD8-6528-8441-867E-29C882CA3FFF}"/>
    <dgm:cxn modelId="{3BF2CE23-E360-2B49-A82D-CDE6612A6BED}" type="presOf" srcId="{12E10B63-E4A7-B04E-BFCC-08AB4F7451A8}" destId="{2D6F2C00-76C5-BD47-817F-5DD815180F37}" srcOrd="0" destOrd="0" presId="urn:microsoft.com/office/officeart/2005/8/layout/vList2"/>
    <dgm:cxn modelId="{B568772C-AAD5-DA49-9EDD-66B0089AFEE0}" srcId="{E65E1628-DAC0-3744-A287-7F99C30323E5}" destId="{64356FC0-AA05-0243-A7F6-AC2B2884D4F5}" srcOrd="0" destOrd="0" parTransId="{042CD87E-3FAB-7545-8724-E1C3401D60CA}" sibTransId="{1D593367-26F1-2941-A4AF-690E5DB4F466}"/>
    <dgm:cxn modelId="{3FD14A2F-A286-B44A-B30D-B68A1CFFBD24}" type="presOf" srcId="{DA5AC290-2192-6B4A-8DDF-45BD71D18604}" destId="{7801BA1D-1F23-8541-8CC8-BB8A36F2614D}" srcOrd="0" destOrd="0" presId="urn:microsoft.com/office/officeart/2005/8/layout/vList2"/>
    <dgm:cxn modelId="{51BF5836-36C6-7248-9686-E9C0C73CE3E6}" type="presOf" srcId="{B493AC89-5718-7F4D-BF03-6748C01FCB13}" destId="{362DE558-9B16-3A4D-B7DD-91277FD0EE59}" srcOrd="0" destOrd="0" presId="urn:microsoft.com/office/officeart/2005/8/layout/vList2"/>
    <dgm:cxn modelId="{EB96954B-BD10-094E-9DA7-DE02F3890F29}" srcId="{4A18F2E2-9FA4-8F41-9A7B-437AF6815D28}" destId="{8005CE97-B55A-8340-A077-9D1E0FE789CB}" srcOrd="0" destOrd="0" parTransId="{98182797-6CF1-3C4F-9007-C4EEC54D97B2}" sibTransId="{D404B3EB-075B-DA4B-B396-2D42A4524471}"/>
    <dgm:cxn modelId="{76CCDC54-8928-E840-B80F-468651543233}" type="presOf" srcId="{722B7EDF-8440-7741-AC86-ED8565253B87}" destId="{9D6BAB80-BF54-E441-BA9B-C092919AA477}" srcOrd="0" destOrd="0" presId="urn:microsoft.com/office/officeart/2005/8/layout/vList2"/>
    <dgm:cxn modelId="{BF50BA61-F8AE-BE40-83F8-1A785268C3AB}" srcId="{8005CE97-B55A-8340-A077-9D1E0FE789CB}" destId="{3ED83546-ECDE-1748-B8A9-12EBCAE8AEB4}" srcOrd="0" destOrd="0" parTransId="{1D37F333-01A5-0F48-BD88-11EBF6E10A36}" sibTransId="{316E2B14-EACA-8C4D-BAC9-DC067B25D3AC}"/>
    <dgm:cxn modelId="{8ED4F481-5C72-6D48-8A11-E52AC07320E0}" type="presOf" srcId="{3ED83546-ECDE-1748-B8A9-12EBCAE8AEB4}" destId="{51035C2E-FB66-A944-9C58-57B7B7921E3A}" srcOrd="0" destOrd="0" presId="urn:microsoft.com/office/officeart/2005/8/layout/vList2"/>
    <dgm:cxn modelId="{99F32B9B-0DE4-4C45-AA40-FDD4C668CEE5}" type="presOf" srcId="{E65E1628-DAC0-3744-A287-7F99C30323E5}" destId="{856E3655-F49A-724B-8554-73A12574C125}" srcOrd="0" destOrd="0" presId="urn:microsoft.com/office/officeart/2005/8/layout/vList2"/>
    <dgm:cxn modelId="{EF027FB4-0077-D14F-AEA8-9BEAC2C1C811}" type="presOf" srcId="{64356FC0-AA05-0243-A7F6-AC2B2884D4F5}" destId="{07B3F2C3-53C9-4043-B943-EAB5A06746FD}" srcOrd="0" destOrd="0" presId="urn:microsoft.com/office/officeart/2005/8/layout/vList2"/>
    <dgm:cxn modelId="{7EDDD7CA-5533-6042-B1AF-D7C0CB0AB2BB}" type="presOf" srcId="{D49AE591-E66E-1940-AE38-C204CC23A3D7}" destId="{10F1352E-593A-FC48-A524-4518077570C1}" srcOrd="0" destOrd="0" presId="urn:microsoft.com/office/officeart/2005/8/layout/vList2"/>
    <dgm:cxn modelId="{568010D6-B38E-5B43-8B96-E870DD663F20}" srcId="{12E10B63-E4A7-B04E-BFCC-08AB4F7451A8}" destId="{DA5AC290-2192-6B4A-8DDF-45BD71D18604}" srcOrd="0" destOrd="0" parTransId="{0B63CE39-3DD0-124D-B4F7-5AD201F12D3E}" sibTransId="{702C6F66-F784-C143-AB9E-F8E12715FE89}"/>
    <dgm:cxn modelId="{52A71FD9-7EEE-3E4A-8817-D2B55AB7CF86}" srcId="{4A18F2E2-9FA4-8F41-9A7B-437AF6815D28}" destId="{D49AE591-E66E-1940-AE38-C204CC23A3D7}" srcOrd="2" destOrd="0" parTransId="{8117F783-D435-204B-977B-33617C500F68}" sibTransId="{95A1F820-94D8-1E4E-87CE-CC9AFA8E7FDE}"/>
    <dgm:cxn modelId="{0D0309DB-18F7-7A43-88E1-D37D5EEE20A1}" srcId="{2ABDD68A-0BA0-5543-9BBA-DC8BEA8E10BD}" destId="{B493AC89-5718-7F4D-BF03-6748C01FCB13}" srcOrd="0" destOrd="0" parTransId="{AA847422-4770-B046-BC73-BD18EA1EA4E2}" sibTransId="{6EBCB862-1BD8-CC44-B422-36AFF5D05ED0}"/>
    <dgm:cxn modelId="{57F0A7E5-EDEE-4A4F-AE3A-EC9A52E72674}" type="presOf" srcId="{2ABDD68A-0BA0-5543-9BBA-DC8BEA8E10BD}" destId="{E25787BA-FD00-FE48-AB2B-59062DE111E3}" srcOrd="0" destOrd="0" presId="urn:microsoft.com/office/officeart/2005/8/layout/vList2"/>
    <dgm:cxn modelId="{154080ED-C7A9-774D-883B-F1B4B8ECE5D9}" srcId="{D49AE591-E66E-1940-AE38-C204CC23A3D7}" destId="{722B7EDF-8440-7741-AC86-ED8565253B87}" srcOrd="0" destOrd="0" parTransId="{244592AB-7281-2C4D-8FE7-4FF2D1E56279}" sibTransId="{6AA8DD0C-B094-C24B-B086-8D5D2EE6F306}"/>
    <dgm:cxn modelId="{A2F63EF3-25DA-1D42-B7E2-9C8C1981A408}" srcId="{4A18F2E2-9FA4-8F41-9A7B-437AF6815D28}" destId="{E65E1628-DAC0-3744-A287-7F99C30323E5}" srcOrd="3" destOrd="0" parTransId="{07A4CB79-D84D-5C4F-B275-AFE0FB79D6B4}" sibTransId="{8A3F2ED2-FDE3-7E48-90DD-2B1D3C2F9243}"/>
    <dgm:cxn modelId="{F3BCBCFA-EBE1-FE46-B198-C2E14E589A5C}" type="presOf" srcId="{4A18F2E2-9FA4-8F41-9A7B-437AF6815D28}" destId="{2EF9463B-C4C7-C947-8443-14CEBB710969}" srcOrd="0" destOrd="0" presId="urn:microsoft.com/office/officeart/2005/8/layout/vList2"/>
    <dgm:cxn modelId="{67E1DCFC-B163-824D-AA8A-4E8BFE22EE0A}" srcId="{4A18F2E2-9FA4-8F41-9A7B-437AF6815D28}" destId="{12E10B63-E4A7-B04E-BFCC-08AB4F7451A8}" srcOrd="1" destOrd="0" parTransId="{6E173792-7EAD-4547-A8E6-CD7C3E9B64CC}" sibTransId="{64B24F58-8171-804C-83EC-132AF4E82D4A}"/>
    <dgm:cxn modelId="{327190FA-8634-B147-85F0-B4C5A2B9523F}" type="presParOf" srcId="{2EF9463B-C4C7-C947-8443-14CEBB710969}" destId="{AB7C8C73-1B32-9644-9A87-A00D566E1FC5}" srcOrd="0" destOrd="0" presId="urn:microsoft.com/office/officeart/2005/8/layout/vList2"/>
    <dgm:cxn modelId="{11307121-CE2E-FF4A-9531-247ED65CB67F}" type="presParOf" srcId="{2EF9463B-C4C7-C947-8443-14CEBB710969}" destId="{51035C2E-FB66-A944-9C58-57B7B7921E3A}" srcOrd="1" destOrd="0" presId="urn:microsoft.com/office/officeart/2005/8/layout/vList2"/>
    <dgm:cxn modelId="{6EE7A51F-1A26-5140-BABB-6DDA11060A2D}" type="presParOf" srcId="{2EF9463B-C4C7-C947-8443-14CEBB710969}" destId="{2D6F2C00-76C5-BD47-817F-5DD815180F37}" srcOrd="2" destOrd="0" presId="urn:microsoft.com/office/officeart/2005/8/layout/vList2"/>
    <dgm:cxn modelId="{A9E058EA-33B7-9445-B7D1-CEAA80937622}" type="presParOf" srcId="{2EF9463B-C4C7-C947-8443-14CEBB710969}" destId="{7801BA1D-1F23-8541-8CC8-BB8A36F2614D}" srcOrd="3" destOrd="0" presId="urn:microsoft.com/office/officeart/2005/8/layout/vList2"/>
    <dgm:cxn modelId="{71470F03-7AB7-8640-A8FF-9A62CED5A80A}" type="presParOf" srcId="{2EF9463B-C4C7-C947-8443-14CEBB710969}" destId="{10F1352E-593A-FC48-A524-4518077570C1}" srcOrd="4" destOrd="0" presId="urn:microsoft.com/office/officeart/2005/8/layout/vList2"/>
    <dgm:cxn modelId="{02625C68-97FA-D943-A852-1E927E01AD72}" type="presParOf" srcId="{2EF9463B-C4C7-C947-8443-14CEBB710969}" destId="{9D6BAB80-BF54-E441-BA9B-C092919AA477}" srcOrd="5" destOrd="0" presId="urn:microsoft.com/office/officeart/2005/8/layout/vList2"/>
    <dgm:cxn modelId="{EA7553E4-D8E8-034E-B975-CBAADBFD951E}" type="presParOf" srcId="{2EF9463B-C4C7-C947-8443-14CEBB710969}" destId="{856E3655-F49A-724B-8554-73A12574C125}" srcOrd="6" destOrd="0" presId="urn:microsoft.com/office/officeart/2005/8/layout/vList2"/>
    <dgm:cxn modelId="{807F0A4B-D92E-F744-94CA-2BECE0A24424}" type="presParOf" srcId="{2EF9463B-C4C7-C947-8443-14CEBB710969}" destId="{07B3F2C3-53C9-4043-B943-EAB5A06746FD}" srcOrd="7" destOrd="0" presId="urn:microsoft.com/office/officeart/2005/8/layout/vList2"/>
    <dgm:cxn modelId="{37BF18BE-8AF3-1A4F-9A10-9A556F3055E4}" type="presParOf" srcId="{2EF9463B-C4C7-C947-8443-14CEBB710969}" destId="{E25787BA-FD00-FE48-AB2B-59062DE111E3}" srcOrd="8" destOrd="0" presId="urn:microsoft.com/office/officeart/2005/8/layout/vList2"/>
    <dgm:cxn modelId="{7A0F44D0-A71D-9B48-B276-2597481C1952}" type="presParOf" srcId="{2EF9463B-C4C7-C947-8443-14CEBB710969}" destId="{362DE558-9B16-3A4D-B7DD-91277FD0EE59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A167B24-6B76-7E48-B58B-D480D2228678}" type="doc">
      <dgm:prSet loTypeId="urn:microsoft.com/office/officeart/2005/8/layout/hProcess11" loCatId="" qsTypeId="urn:microsoft.com/office/officeart/2005/8/quickstyle/simple1" qsCatId="simple" csTypeId="urn:microsoft.com/office/officeart/2005/8/colors/colorful1" csCatId="colorful" phldr="1"/>
      <dgm:spPr/>
    </dgm:pt>
    <dgm:pt modelId="{3FAAED9F-F2CA-754A-B2D8-846809ADA111}">
      <dgm:prSet phldrT="[Text]"/>
      <dgm:spPr/>
      <dgm:t>
        <a:bodyPr/>
        <a:lstStyle/>
        <a:p>
          <a:r>
            <a:rPr lang="en-US" dirty="0"/>
            <a:t>Sequence Retrieval</a:t>
          </a:r>
        </a:p>
      </dgm:t>
    </dgm:pt>
    <dgm:pt modelId="{D62BEB09-3ED4-FE42-9724-5F921BD3D965}" type="parTrans" cxnId="{22B8545E-E896-CD48-993C-85C8238E8A63}">
      <dgm:prSet/>
      <dgm:spPr/>
      <dgm:t>
        <a:bodyPr/>
        <a:lstStyle/>
        <a:p>
          <a:endParaRPr lang="en-US"/>
        </a:p>
      </dgm:t>
    </dgm:pt>
    <dgm:pt modelId="{5267C097-52E8-DB45-960D-D296EF9786F7}" type="sibTrans" cxnId="{22B8545E-E896-CD48-993C-85C8238E8A63}">
      <dgm:prSet/>
      <dgm:spPr/>
      <dgm:t>
        <a:bodyPr/>
        <a:lstStyle/>
        <a:p>
          <a:endParaRPr lang="en-US"/>
        </a:p>
      </dgm:t>
    </dgm:pt>
    <dgm:pt modelId="{77406F22-5F98-8947-8CFA-94855FA52B54}">
      <dgm:prSet phldrT="[Text]"/>
      <dgm:spPr/>
      <dgm:t>
        <a:bodyPr/>
        <a:lstStyle/>
        <a:p>
          <a:pPr rtl="0"/>
          <a:r>
            <a:rPr lang="en-US" dirty="0"/>
            <a:t>Quality Control</a:t>
          </a:r>
        </a:p>
      </dgm:t>
    </dgm:pt>
    <dgm:pt modelId="{6773ABA5-B0DA-7045-8215-800ACA81DA18}" type="parTrans" cxnId="{02A58509-5428-2348-9315-C7574BBFBE82}">
      <dgm:prSet/>
      <dgm:spPr/>
      <dgm:t>
        <a:bodyPr/>
        <a:lstStyle/>
        <a:p>
          <a:endParaRPr lang="en-US"/>
        </a:p>
      </dgm:t>
    </dgm:pt>
    <dgm:pt modelId="{0E498B69-B10D-7C44-B65A-02C42FD55F1D}" type="sibTrans" cxnId="{02A58509-5428-2348-9315-C7574BBFBE82}">
      <dgm:prSet/>
      <dgm:spPr/>
      <dgm:t>
        <a:bodyPr/>
        <a:lstStyle/>
        <a:p>
          <a:endParaRPr lang="en-US"/>
        </a:p>
      </dgm:t>
    </dgm:pt>
    <dgm:pt modelId="{85E12FFA-D413-B846-86CD-A637BA223DFA}">
      <dgm:prSet phldrT="[Text]"/>
      <dgm:spPr/>
      <dgm:t>
        <a:bodyPr/>
        <a:lstStyle/>
        <a:p>
          <a:r>
            <a:rPr lang="en-US" dirty="0"/>
            <a:t>Length Handling</a:t>
          </a:r>
        </a:p>
      </dgm:t>
    </dgm:pt>
    <dgm:pt modelId="{7FC5B267-A994-A349-A9EA-5A1D4BDB8703}" type="parTrans" cxnId="{E5F0614F-1D38-4C4C-A424-4533CCCAB38C}">
      <dgm:prSet/>
      <dgm:spPr/>
      <dgm:t>
        <a:bodyPr/>
        <a:lstStyle/>
        <a:p>
          <a:endParaRPr lang="en-US"/>
        </a:p>
      </dgm:t>
    </dgm:pt>
    <dgm:pt modelId="{52D1880A-4E93-0B44-BE00-93D5A32FBDC6}" type="sibTrans" cxnId="{E5F0614F-1D38-4C4C-A424-4533CCCAB38C}">
      <dgm:prSet/>
      <dgm:spPr/>
      <dgm:t>
        <a:bodyPr/>
        <a:lstStyle/>
        <a:p>
          <a:endParaRPr lang="en-US"/>
        </a:p>
      </dgm:t>
    </dgm:pt>
    <dgm:pt modelId="{21399794-82D6-DB4C-9AC1-EB6F943CD56B}">
      <dgm:prSet/>
      <dgm:spPr/>
      <dgm:t>
        <a:bodyPr/>
        <a:lstStyle/>
        <a:p>
          <a:r>
            <a:rPr lang="en-US" dirty="0"/>
            <a:t>FASTA, BED, GenBank</a:t>
          </a:r>
        </a:p>
      </dgm:t>
    </dgm:pt>
    <dgm:pt modelId="{B2A1FAE9-FF8B-2242-A455-6FC0576CE790}" type="parTrans" cxnId="{07DF3BDC-3CE3-F149-8B90-01F48435B47E}">
      <dgm:prSet/>
      <dgm:spPr/>
      <dgm:t>
        <a:bodyPr/>
        <a:lstStyle/>
        <a:p>
          <a:endParaRPr lang="en-US"/>
        </a:p>
      </dgm:t>
    </dgm:pt>
    <dgm:pt modelId="{F0BAD45A-25BD-594D-B807-8003235D9028}" type="sibTrans" cxnId="{07DF3BDC-3CE3-F149-8B90-01F48435B47E}">
      <dgm:prSet/>
      <dgm:spPr/>
      <dgm:t>
        <a:bodyPr/>
        <a:lstStyle/>
        <a:p>
          <a:endParaRPr lang="en-US"/>
        </a:p>
      </dgm:t>
    </dgm:pt>
    <dgm:pt modelId="{88AB9A84-64DF-0349-ACE1-EC12A3B32602}">
      <dgm:prSet phldrT="[Text]"/>
      <dgm:spPr/>
      <dgm:t>
        <a:bodyPr/>
        <a:lstStyle/>
        <a:p>
          <a:pPr rtl="0"/>
          <a:r>
            <a:rPr lang="en-US" dirty="0"/>
            <a:t>Remove Ns, trim low-quality ends</a:t>
          </a:r>
        </a:p>
      </dgm:t>
    </dgm:pt>
    <dgm:pt modelId="{2D3F46F4-09BB-3241-90D5-A374DB7DA0FC}" type="parTrans" cxnId="{8E09EF45-2864-A441-904F-8F37A194168E}">
      <dgm:prSet/>
      <dgm:spPr/>
      <dgm:t>
        <a:bodyPr/>
        <a:lstStyle/>
        <a:p>
          <a:endParaRPr lang="en-US"/>
        </a:p>
      </dgm:t>
    </dgm:pt>
    <dgm:pt modelId="{9564836B-C363-9E48-B21C-D568ADA1E879}" type="sibTrans" cxnId="{8E09EF45-2864-A441-904F-8F37A194168E}">
      <dgm:prSet/>
      <dgm:spPr/>
      <dgm:t>
        <a:bodyPr/>
        <a:lstStyle/>
        <a:p>
          <a:endParaRPr lang="en-US"/>
        </a:p>
      </dgm:t>
    </dgm:pt>
    <dgm:pt modelId="{C93A14A2-8A14-584A-93ED-087CB739C2C6}">
      <dgm:prSet phldrT="[Text]"/>
      <dgm:spPr/>
      <dgm:t>
        <a:bodyPr/>
        <a:lstStyle/>
        <a:p>
          <a:pPr rtl="0"/>
          <a:r>
            <a:rPr lang="en-US" dirty="0"/>
            <a:t>Padding/truncation to model’s max context</a:t>
          </a:r>
        </a:p>
      </dgm:t>
    </dgm:pt>
    <dgm:pt modelId="{738718D4-ECD1-734A-B39A-F5A9D39F962F}" type="parTrans" cxnId="{B16331B0-7C8F-024D-9EE8-4662A6D194C1}">
      <dgm:prSet/>
      <dgm:spPr/>
      <dgm:t>
        <a:bodyPr/>
        <a:lstStyle/>
        <a:p>
          <a:endParaRPr lang="en-US"/>
        </a:p>
      </dgm:t>
    </dgm:pt>
    <dgm:pt modelId="{176CE8CA-C686-134B-BC67-80560EE5A06F}" type="sibTrans" cxnId="{B16331B0-7C8F-024D-9EE8-4662A6D194C1}">
      <dgm:prSet/>
      <dgm:spPr/>
      <dgm:t>
        <a:bodyPr/>
        <a:lstStyle/>
        <a:p>
          <a:endParaRPr lang="en-US"/>
        </a:p>
      </dgm:t>
    </dgm:pt>
    <dgm:pt modelId="{AD5D2E66-40BE-FA4A-A855-220D4D790D3D}">
      <dgm:prSet phldrT="[Text]"/>
      <dgm:spPr/>
      <dgm:t>
        <a:bodyPr/>
        <a:lstStyle/>
        <a:p>
          <a:pPr rtl="0"/>
          <a:r>
            <a:rPr lang="en-US" dirty="0"/>
            <a:t>Sliding windows for longer contigs</a:t>
          </a:r>
        </a:p>
      </dgm:t>
    </dgm:pt>
    <dgm:pt modelId="{53E75801-1439-B54E-BAD8-55ACC3E82AD3}" type="parTrans" cxnId="{2AC67359-C3D2-ED42-AFA4-5C74BD10D81D}">
      <dgm:prSet/>
      <dgm:spPr/>
      <dgm:t>
        <a:bodyPr/>
        <a:lstStyle/>
        <a:p>
          <a:endParaRPr lang="en-US"/>
        </a:p>
      </dgm:t>
    </dgm:pt>
    <dgm:pt modelId="{606DA430-5D75-B541-BBA4-418AD1A4DA37}" type="sibTrans" cxnId="{2AC67359-C3D2-ED42-AFA4-5C74BD10D81D}">
      <dgm:prSet/>
      <dgm:spPr/>
      <dgm:t>
        <a:bodyPr/>
        <a:lstStyle/>
        <a:p>
          <a:endParaRPr lang="en-US"/>
        </a:p>
      </dgm:t>
    </dgm:pt>
    <dgm:pt modelId="{51CB15A8-D980-A04E-A8A4-B17C6A10764F}">
      <dgm:prSet phldrT="[Text]"/>
      <dgm:spPr/>
      <dgm:t>
        <a:bodyPr/>
        <a:lstStyle/>
        <a:p>
          <a:pPr rtl="0"/>
          <a:r>
            <a:rPr lang="en-US" dirty="0"/>
            <a:t>Class Balance</a:t>
          </a:r>
        </a:p>
      </dgm:t>
    </dgm:pt>
    <dgm:pt modelId="{5F68AA4F-98C4-6241-AD41-7B7A3FB1AAF6}" type="parTrans" cxnId="{3A1CAD70-DA6A-4A46-8B8C-88652AADBBB6}">
      <dgm:prSet/>
      <dgm:spPr/>
      <dgm:t>
        <a:bodyPr/>
        <a:lstStyle/>
        <a:p>
          <a:endParaRPr lang="en-US"/>
        </a:p>
      </dgm:t>
    </dgm:pt>
    <dgm:pt modelId="{2DB54DA5-04DD-9344-BB74-93D1B6E5ECD3}" type="sibTrans" cxnId="{3A1CAD70-DA6A-4A46-8B8C-88652AADBBB6}">
      <dgm:prSet/>
      <dgm:spPr/>
      <dgm:t>
        <a:bodyPr/>
        <a:lstStyle/>
        <a:p>
          <a:endParaRPr lang="en-US"/>
        </a:p>
      </dgm:t>
    </dgm:pt>
    <dgm:pt modelId="{052E5F1C-2133-0F43-99AA-3A1C6EF7305D}">
      <dgm:prSet phldrT="[Text]"/>
      <dgm:spPr/>
      <dgm:t>
        <a:bodyPr/>
        <a:lstStyle/>
        <a:p>
          <a:pPr rtl="0"/>
          <a:r>
            <a:rPr lang="en-US" dirty="0"/>
            <a:t>Oversample or weight classes for imbalanced labels</a:t>
          </a:r>
        </a:p>
      </dgm:t>
    </dgm:pt>
    <dgm:pt modelId="{FBE25F77-6EBC-394C-A635-F95CCB24D587}" type="parTrans" cxnId="{EC1F30FE-9396-5B49-8D09-607939027E3E}">
      <dgm:prSet/>
      <dgm:spPr/>
      <dgm:t>
        <a:bodyPr/>
        <a:lstStyle/>
        <a:p>
          <a:endParaRPr lang="en-US"/>
        </a:p>
      </dgm:t>
    </dgm:pt>
    <dgm:pt modelId="{06813834-02CF-BB48-A20D-F8C7B9F47377}" type="sibTrans" cxnId="{EC1F30FE-9396-5B49-8D09-607939027E3E}">
      <dgm:prSet/>
      <dgm:spPr/>
      <dgm:t>
        <a:bodyPr/>
        <a:lstStyle/>
        <a:p>
          <a:endParaRPr lang="en-US"/>
        </a:p>
      </dgm:t>
    </dgm:pt>
    <dgm:pt modelId="{C463F7A4-AA6A-7B4E-B05C-3A22EC1D38D6}" type="pres">
      <dgm:prSet presAssocID="{BA167B24-6B76-7E48-B58B-D480D2228678}" presName="Name0" presStyleCnt="0">
        <dgm:presLayoutVars>
          <dgm:dir/>
          <dgm:resizeHandles val="exact"/>
        </dgm:presLayoutVars>
      </dgm:prSet>
      <dgm:spPr/>
    </dgm:pt>
    <dgm:pt modelId="{EBB6F00C-DFA6-7B47-BFFC-A296FA06F55E}" type="pres">
      <dgm:prSet presAssocID="{BA167B24-6B76-7E48-B58B-D480D2228678}" presName="arrow" presStyleLbl="bgShp" presStyleIdx="0" presStyleCnt="1" custScaleY="120691"/>
      <dgm:spPr/>
    </dgm:pt>
    <dgm:pt modelId="{052D8BE5-3659-044C-826E-3BD8E6066D0B}" type="pres">
      <dgm:prSet presAssocID="{BA167B24-6B76-7E48-B58B-D480D2228678}" presName="points" presStyleCnt="0"/>
      <dgm:spPr/>
    </dgm:pt>
    <dgm:pt modelId="{BC9DB10F-BDED-B240-8ED0-E5B6464FEAFE}" type="pres">
      <dgm:prSet presAssocID="{3FAAED9F-F2CA-754A-B2D8-846809ADA111}" presName="compositeA" presStyleCnt="0"/>
      <dgm:spPr/>
    </dgm:pt>
    <dgm:pt modelId="{49896F8D-F31B-BA45-A655-C34AF31B041D}" type="pres">
      <dgm:prSet presAssocID="{3FAAED9F-F2CA-754A-B2D8-846809ADA111}" presName="textA" presStyleLbl="revTx" presStyleIdx="0" presStyleCnt="4">
        <dgm:presLayoutVars>
          <dgm:bulletEnabled val="1"/>
        </dgm:presLayoutVars>
      </dgm:prSet>
      <dgm:spPr/>
    </dgm:pt>
    <dgm:pt modelId="{AE87E306-C6B6-C845-947A-9B9F6352883B}" type="pres">
      <dgm:prSet presAssocID="{3FAAED9F-F2CA-754A-B2D8-846809ADA111}" presName="circleA" presStyleLbl="node1" presStyleIdx="0" presStyleCnt="4"/>
      <dgm:spPr/>
    </dgm:pt>
    <dgm:pt modelId="{8CAEB68C-FEA2-7A41-9EDC-EA5DC6D166C1}" type="pres">
      <dgm:prSet presAssocID="{3FAAED9F-F2CA-754A-B2D8-846809ADA111}" presName="spaceA" presStyleCnt="0"/>
      <dgm:spPr/>
    </dgm:pt>
    <dgm:pt modelId="{61E7340A-0775-4E4B-B4DB-381DEB18E6B8}" type="pres">
      <dgm:prSet presAssocID="{5267C097-52E8-DB45-960D-D296EF9786F7}" presName="space" presStyleCnt="0"/>
      <dgm:spPr/>
    </dgm:pt>
    <dgm:pt modelId="{E4E7AC2F-38C7-744E-ACF6-0F81B857FF52}" type="pres">
      <dgm:prSet presAssocID="{77406F22-5F98-8947-8CFA-94855FA52B54}" presName="compositeB" presStyleCnt="0"/>
      <dgm:spPr/>
    </dgm:pt>
    <dgm:pt modelId="{FF470137-B326-C848-B704-CA12518DE98B}" type="pres">
      <dgm:prSet presAssocID="{77406F22-5F98-8947-8CFA-94855FA52B54}" presName="textB" presStyleLbl="revTx" presStyleIdx="1" presStyleCnt="4">
        <dgm:presLayoutVars>
          <dgm:bulletEnabled val="1"/>
        </dgm:presLayoutVars>
      </dgm:prSet>
      <dgm:spPr/>
    </dgm:pt>
    <dgm:pt modelId="{A8520786-BD32-6D4B-AC01-110EBB4F081D}" type="pres">
      <dgm:prSet presAssocID="{77406F22-5F98-8947-8CFA-94855FA52B54}" presName="circleB" presStyleLbl="node1" presStyleIdx="1" presStyleCnt="4"/>
      <dgm:spPr/>
    </dgm:pt>
    <dgm:pt modelId="{36BFF420-58C2-D942-B50C-F246C988656C}" type="pres">
      <dgm:prSet presAssocID="{77406F22-5F98-8947-8CFA-94855FA52B54}" presName="spaceB" presStyleCnt="0"/>
      <dgm:spPr/>
    </dgm:pt>
    <dgm:pt modelId="{853E0B86-14E1-584A-B2CA-8890BE59A5C9}" type="pres">
      <dgm:prSet presAssocID="{0E498B69-B10D-7C44-B65A-02C42FD55F1D}" presName="space" presStyleCnt="0"/>
      <dgm:spPr/>
    </dgm:pt>
    <dgm:pt modelId="{8650176E-5A83-CF4C-8EC1-4263797EF354}" type="pres">
      <dgm:prSet presAssocID="{85E12FFA-D413-B846-86CD-A637BA223DFA}" presName="compositeA" presStyleCnt="0"/>
      <dgm:spPr/>
    </dgm:pt>
    <dgm:pt modelId="{FC74977F-B7A3-814E-95BF-9AD4F6DDBACC}" type="pres">
      <dgm:prSet presAssocID="{85E12FFA-D413-B846-86CD-A637BA223DFA}" presName="textA" presStyleLbl="revTx" presStyleIdx="2" presStyleCnt="4">
        <dgm:presLayoutVars>
          <dgm:bulletEnabled val="1"/>
        </dgm:presLayoutVars>
      </dgm:prSet>
      <dgm:spPr/>
    </dgm:pt>
    <dgm:pt modelId="{9969A16E-CEB1-2540-8824-99F435CB05B8}" type="pres">
      <dgm:prSet presAssocID="{85E12FFA-D413-B846-86CD-A637BA223DFA}" presName="circleA" presStyleLbl="node1" presStyleIdx="2" presStyleCnt="4"/>
      <dgm:spPr/>
    </dgm:pt>
    <dgm:pt modelId="{4996CF1F-A994-484E-8FF0-1A900EB62DDB}" type="pres">
      <dgm:prSet presAssocID="{85E12FFA-D413-B846-86CD-A637BA223DFA}" presName="spaceA" presStyleCnt="0"/>
      <dgm:spPr/>
    </dgm:pt>
    <dgm:pt modelId="{FD923761-0F30-C749-85B0-B8A5FB9A994D}" type="pres">
      <dgm:prSet presAssocID="{52D1880A-4E93-0B44-BE00-93D5A32FBDC6}" presName="space" presStyleCnt="0"/>
      <dgm:spPr/>
    </dgm:pt>
    <dgm:pt modelId="{815CBAAD-D4B5-1B40-84C6-D6B87C3F72C1}" type="pres">
      <dgm:prSet presAssocID="{51CB15A8-D980-A04E-A8A4-B17C6A10764F}" presName="compositeB" presStyleCnt="0"/>
      <dgm:spPr/>
    </dgm:pt>
    <dgm:pt modelId="{11BA3DCD-D68D-8344-AA01-8CB1FF12F1D3}" type="pres">
      <dgm:prSet presAssocID="{51CB15A8-D980-A04E-A8A4-B17C6A10764F}" presName="textB" presStyleLbl="revTx" presStyleIdx="3" presStyleCnt="4">
        <dgm:presLayoutVars>
          <dgm:bulletEnabled val="1"/>
        </dgm:presLayoutVars>
      </dgm:prSet>
      <dgm:spPr/>
    </dgm:pt>
    <dgm:pt modelId="{AED29F86-C111-6D40-8534-9F87478CE957}" type="pres">
      <dgm:prSet presAssocID="{51CB15A8-D980-A04E-A8A4-B17C6A10764F}" presName="circleB" presStyleLbl="node1" presStyleIdx="3" presStyleCnt="4"/>
      <dgm:spPr/>
    </dgm:pt>
    <dgm:pt modelId="{424EEA18-0ADA-FE42-8A8C-E2387AD1D5FB}" type="pres">
      <dgm:prSet presAssocID="{51CB15A8-D980-A04E-A8A4-B17C6A10764F}" presName="spaceB" presStyleCnt="0"/>
      <dgm:spPr/>
    </dgm:pt>
  </dgm:ptLst>
  <dgm:cxnLst>
    <dgm:cxn modelId="{02A58509-5428-2348-9315-C7574BBFBE82}" srcId="{BA167B24-6B76-7E48-B58B-D480D2228678}" destId="{77406F22-5F98-8947-8CFA-94855FA52B54}" srcOrd="1" destOrd="0" parTransId="{6773ABA5-B0DA-7045-8215-800ACA81DA18}" sibTransId="{0E498B69-B10D-7C44-B65A-02C42FD55F1D}"/>
    <dgm:cxn modelId="{C4541D19-13A3-A547-8C36-13E54271F261}" type="presOf" srcId="{21399794-82D6-DB4C-9AC1-EB6F943CD56B}" destId="{49896F8D-F31B-BA45-A655-C34AF31B041D}" srcOrd="0" destOrd="1" presId="urn:microsoft.com/office/officeart/2005/8/layout/hProcess11"/>
    <dgm:cxn modelId="{C3DB601F-AE24-AB46-9DB6-460B61A3D98E}" type="presOf" srcId="{C93A14A2-8A14-584A-93ED-087CB739C2C6}" destId="{FC74977F-B7A3-814E-95BF-9AD4F6DDBACC}" srcOrd="0" destOrd="1" presId="urn:microsoft.com/office/officeart/2005/8/layout/hProcess11"/>
    <dgm:cxn modelId="{8E09EF45-2864-A441-904F-8F37A194168E}" srcId="{77406F22-5F98-8947-8CFA-94855FA52B54}" destId="{88AB9A84-64DF-0349-ACE1-EC12A3B32602}" srcOrd="0" destOrd="0" parTransId="{2D3F46F4-09BB-3241-90D5-A374DB7DA0FC}" sibTransId="{9564836B-C363-9E48-B21C-D568ADA1E879}"/>
    <dgm:cxn modelId="{0FFB254B-435B-404C-B2A0-563CB28C6F34}" type="presOf" srcId="{85E12FFA-D413-B846-86CD-A637BA223DFA}" destId="{FC74977F-B7A3-814E-95BF-9AD4F6DDBACC}" srcOrd="0" destOrd="0" presId="urn:microsoft.com/office/officeart/2005/8/layout/hProcess11"/>
    <dgm:cxn modelId="{E5F0614F-1D38-4C4C-A424-4533CCCAB38C}" srcId="{BA167B24-6B76-7E48-B58B-D480D2228678}" destId="{85E12FFA-D413-B846-86CD-A637BA223DFA}" srcOrd="2" destOrd="0" parTransId="{7FC5B267-A994-A349-A9EA-5A1D4BDB8703}" sibTransId="{52D1880A-4E93-0B44-BE00-93D5A32FBDC6}"/>
    <dgm:cxn modelId="{1A460E54-47C2-1640-8988-FDC962EA6D36}" type="presOf" srcId="{88AB9A84-64DF-0349-ACE1-EC12A3B32602}" destId="{FF470137-B326-C848-B704-CA12518DE98B}" srcOrd="0" destOrd="1" presId="urn:microsoft.com/office/officeart/2005/8/layout/hProcess11"/>
    <dgm:cxn modelId="{2AC67359-C3D2-ED42-AFA4-5C74BD10D81D}" srcId="{85E12FFA-D413-B846-86CD-A637BA223DFA}" destId="{AD5D2E66-40BE-FA4A-A855-220D4D790D3D}" srcOrd="1" destOrd="0" parTransId="{53E75801-1439-B54E-BAD8-55ACC3E82AD3}" sibTransId="{606DA430-5D75-B541-BBA4-418AD1A4DA37}"/>
    <dgm:cxn modelId="{DDB36B5B-D866-364B-91A9-EA85481B733F}" type="presOf" srcId="{BA167B24-6B76-7E48-B58B-D480D2228678}" destId="{C463F7A4-AA6A-7B4E-B05C-3A22EC1D38D6}" srcOrd="0" destOrd="0" presId="urn:microsoft.com/office/officeart/2005/8/layout/hProcess11"/>
    <dgm:cxn modelId="{22B8545E-E896-CD48-993C-85C8238E8A63}" srcId="{BA167B24-6B76-7E48-B58B-D480D2228678}" destId="{3FAAED9F-F2CA-754A-B2D8-846809ADA111}" srcOrd="0" destOrd="0" parTransId="{D62BEB09-3ED4-FE42-9724-5F921BD3D965}" sibTransId="{5267C097-52E8-DB45-960D-D296EF9786F7}"/>
    <dgm:cxn modelId="{3A1CAD70-DA6A-4A46-8B8C-88652AADBBB6}" srcId="{BA167B24-6B76-7E48-B58B-D480D2228678}" destId="{51CB15A8-D980-A04E-A8A4-B17C6A10764F}" srcOrd="3" destOrd="0" parTransId="{5F68AA4F-98C4-6241-AD41-7B7A3FB1AAF6}" sibTransId="{2DB54DA5-04DD-9344-BB74-93D1B6E5ECD3}"/>
    <dgm:cxn modelId="{417FD37C-CCF5-6444-A162-925E2A7F6BF5}" type="presOf" srcId="{77406F22-5F98-8947-8CFA-94855FA52B54}" destId="{FF470137-B326-C848-B704-CA12518DE98B}" srcOrd="0" destOrd="0" presId="urn:microsoft.com/office/officeart/2005/8/layout/hProcess11"/>
    <dgm:cxn modelId="{DBB875AF-2E91-6044-9DB5-63066EA76DF2}" type="presOf" srcId="{052E5F1C-2133-0F43-99AA-3A1C6EF7305D}" destId="{11BA3DCD-D68D-8344-AA01-8CB1FF12F1D3}" srcOrd="0" destOrd="1" presId="urn:microsoft.com/office/officeart/2005/8/layout/hProcess11"/>
    <dgm:cxn modelId="{B16331B0-7C8F-024D-9EE8-4662A6D194C1}" srcId="{85E12FFA-D413-B846-86CD-A637BA223DFA}" destId="{C93A14A2-8A14-584A-93ED-087CB739C2C6}" srcOrd="0" destOrd="0" parTransId="{738718D4-ECD1-734A-B39A-F5A9D39F962F}" sibTransId="{176CE8CA-C686-134B-BC67-80560EE5A06F}"/>
    <dgm:cxn modelId="{F7DD7BC2-1440-7041-9BBC-E62A97B51619}" type="presOf" srcId="{AD5D2E66-40BE-FA4A-A855-220D4D790D3D}" destId="{FC74977F-B7A3-814E-95BF-9AD4F6DDBACC}" srcOrd="0" destOrd="2" presId="urn:microsoft.com/office/officeart/2005/8/layout/hProcess11"/>
    <dgm:cxn modelId="{97CC92C8-2175-3949-BB7C-A666886F1FD2}" type="presOf" srcId="{3FAAED9F-F2CA-754A-B2D8-846809ADA111}" destId="{49896F8D-F31B-BA45-A655-C34AF31B041D}" srcOrd="0" destOrd="0" presId="urn:microsoft.com/office/officeart/2005/8/layout/hProcess11"/>
    <dgm:cxn modelId="{07DF3BDC-3CE3-F149-8B90-01F48435B47E}" srcId="{3FAAED9F-F2CA-754A-B2D8-846809ADA111}" destId="{21399794-82D6-DB4C-9AC1-EB6F943CD56B}" srcOrd="0" destOrd="0" parTransId="{B2A1FAE9-FF8B-2242-A455-6FC0576CE790}" sibTransId="{F0BAD45A-25BD-594D-B807-8003235D9028}"/>
    <dgm:cxn modelId="{7BE9E0E9-1333-7541-9E75-3B2FC2377741}" type="presOf" srcId="{51CB15A8-D980-A04E-A8A4-B17C6A10764F}" destId="{11BA3DCD-D68D-8344-AA01-8CB1FF12F1D3}" srcOrd="0" destOrd="0" presId="urn:microsoft.com/office/officeart/2005/8/layout/hProcess11"/>
    <dgm:cxn modelId="{EC1F30FE-9396-5B49-8D09-607939027E3E}" srcId="{51CB15A8-D980-A04E-A8A4-B17C6A10764F}" destId="{052E5F1C-2133-0F43-99AA-3A1C6EF7305D}" srcOrd="0" destOrd="0" parTransId="{FBE25F77-6EBC-394C-A635-F95CCB24D587}" sibTransId="{06813834-02CF-BB48-A20D-F8C7B9F47377}"/>
    <dgm:cxn modelId="{A1FE8D55-BA75-6041-AC33-1BA76ADDF2F2}" type="presParOf" srcId="{C463F7A4-AA6A-7B4E-B05C-3A22EC1D38D6}" destId="{EBB6F00C-DFA6-7B47-BFFC-A296FA06F55E}" srcOrd="0" destOrd="0" presId="urn:microsoft.com/office/officeart/2005/8/layout/hProcess11"/>
    <dgm:cxn modelId="{29B3256C-6FC1-CC4A-852E-026511AC76D7}" type="presParOf" srcId="{C463F7A4-AA6A-7B4E-B05C-3A22EC1D38D6}" destId="{052D8BE5-3659-044C-826E-3BD8E6066D0B}" srcOrd="1" destOrd="0" presId="urn:microsoft.com/office/officeart/2005/8/layout/hProcess11"/>
    <dgm:cxn modelId="{9DD36B73-4821-BD48-B7C1-9A84A1B16B25}" type="presParOf" srcId="{052D8BE5-3659-044C-826E-3BD8E6066D0B}" destId="{BC9DB10F-BDED-B240-8ED0-E5B6464FEAFE}" srcOrd="0" destOrd="0" presId="urn:microsoft.com/office/officeart/2005/8/layout/hProcess11"/>
    <dgm:cxn modelId="{F4A6F265-E08E-4343-AAB9-C3AEBF68ABF9}" type="presParOf" srcId="{BC9DB10F-BDED-B240-8ED0-E5B6464FEAFE}" destId="{49896F8D-F31B-BA45-A655-C34AF31B041D}" srcOrd="0" destOrd="0" presId="urn:microsoft.com/office/officeart/2005/8/layout/hProcess11"/>
    <dgm:cxn modelId="{3172BAAA-DA03-E64C-81F9-CA50263F04A0}" type="presParOf" srcId="{BC9DB10F-BDED-B240-8ED0-E5B6464FEAFE}" destId="{AE87E306-C6B6-C845-947A-9B9F6352883B}" srcOrd="1" destOrd="0" presId="urn:microsoft.com/office/officeart/2005/8/layout/hProcess11"/>
    <dgm:cxn modelId="{3848A9AD-F75C-6743-8049-716CD7AE7C13}" type="presParOf" srcId="{BC9DB10F-BDED-B240-8ED0-E5B6464FEAFE}" destId="{8CAEB68C-FEA2-7A41-9EDC-EA5DC6D166C1}" srcOrd="2" destOrd="0" presId="urn:microsoft.com/office/officeart/2005/8/layout/hProcess11"/>
    <dgm:cxn modelId="{1BE3C205-6580-214F-94CE-36823533D7DF}" type="presParOf" srcId="{052D8BE5-3659-044C-826E-3BD8E6066D0B}" destId="{61E7340A-0775-4E4B-B4DB-381DEB18E6B8}" srcOrd="1" destOrd="0" presId="urn:microsoft.com/office/officeart/2005/8/layout/hProcess11"/>
    <dgm:cxn modelId="{F66CD607-6D62-7843-87BE-2E6D57822AC8}" type="presParOf" srcId="{052D8BE5-3659-044C-826E-3BD8E6066D0B}" destId="{E4E7AC2F-38C7-744E-ACF6-0F81B857FF52}" srcOrd="2" destOrd="0" presId="urn:microsoft.com/office/officeart/2005/8/layout/hProcess11"/>
    <dgm:cxn modelId="{E34ACC94-1C71-864B-976E-734BB52CA39C}" type="presParOf" srcId="{E4E7AC2F-38C7-744E-ACF6-0F81B857FF52}" destId="{FF470137-B326-C848-B704-CA12518DE98B}" srcOrd="0" destOrd="0" presId="urn:microsoft.com/office/officeart/2005/8/layout/hProcess11"/>
    <dgm:cxn modelId="{9D75A9B9-B627-0E4A-8895-DD46BF8BF761}" type="presParOf" srcId="{E4E7AC2F-38C7-744E-ACF6-0F81B857FF52}" destId="{A8520786-BD32-6D4B-AC01-110EBB4F081D}" srcOrd="1" destOrd="0" presId="urn:microsoft.com/office/officeart/2005/8/layout/hProcess11"/>
    <dgm:cxn modelId="{3F15AA23-4749-2148-87D3-F4CEB6B8DDC4}" type="presParOf" srcId="{E4E7AC2F-38C7-744E-ACF6-0F81B857FF52}" destId="{36BFF420-58C2-D942-B50C-F246C988656C}" srcOrd="2" destOrd="0" presId="urn:microsoft.com/office/officeart/2005/8/layout/hProcess11"/>
    <dgm:cxn modelId="{5ECFD232-0737-B444-977F-43B6F52C1CF9}" type="presParOf" srcId="{052D8BE5-3659-044C-826E-3BD8E6066D0B}" destId="{853E0B86-14E1-584A-B2CA-8890BE59A5C9}" srcOrd="3" destOrd="0" presId="urn:microsoft.com/office/officeart/2005/8/layout/hProcess11"/>
    <dgm:cxn modelId="{391344A4-32FB-F241-896C-A3CC99322084}" type="presParOf" srcId="{052D8BE5-3659-044C-826E-3BD8E6066D0B}" destId="{8650176E-5A83-CF4C-8EC1-4263797EF354}" srcOrd="4" destOrd="0" presId="urn:microsoft.com/office/officeart/2005/8/layout/hProcess11"/>
    <dgm:cxn modelId="{B6B66EFB-058D-984D-B106-301D1C541616}" type="presParOf" srcId="{8650176E-5A83-CF4C-8EC1-4263797EF354}" destId="{FC74977F-B7A3-814E-95BF-9AD4F6DDBACC}" srcOrd="0" destOrd="0" presId="urn:microsoft.com/office/officeart/2005/8/layout/hProcess11"/>
    <dgm:cxn modelId="{E3A1669C-DB17-F942-8EEC-158C366C1200}" type="presParOf" srcId="{8650176E-5A83-CF4C-8EC1-4263797EF354}" destId="{9969A16E-CEB1-2540-8824-99F435CB05B8}" srcOrd="1" destOrd="0" presId="urn:microsoft.com/office/officeart/2005/8/layout/hProcess11"/>
    <dgm:cxn modelId="{36A7AD12-2671-244C-B427-99D72E704EC3}" type="presParOf" srcId="{8650176E-5A83-CF4C-8EC1-4263797EF354}" destId="{4996CF1F-A994-484E-8FF0-1A900EB62DDB}" srcOrd="2" destOrd="0" presId="urn:microsoft.com/office/officeart/2005/8/layout/hProcess11"/>
    <dgm:cxn modelId="{818B63F4-F394-8948-8051-05494DFA3B9D}" type="presParOf" srcId="{052D8BE5-3659-044C-826E-3BD8E6066D0B}" destId="{FD923761-0F30-C749-85B0-B8A5FB9A994D}" srcOrd="5" destOrd="0" presId="urn:microsoft.com/office/officeart/2005/8/layout/hProcess11"/>
    <dgm:cxn modelId="{BA7AD32E-0443-6E48-9095-2B7515204713}" type="presParOf" srcId="{052D8BE5-3659-044C-826E-3BD8E6066D0B}" destId="{815CBAAD-D4B5-1B40-84C6-D6B87C3F72C1}" srcOrd="6" destOrd="0" presId="urn:microsoft.com/office/officeart/2005/8/layout/hProcess11"/>
    <dgm:cxn modelId="{1BBFE034-FF7A-D14F-BD96-8FCABA70EC32}" type="presParOf" srcId="{815CBAAD-D4B5-1B40-84C6-D6B87C3F72C1}" destId="{11BA3DCD-D68D-8344-AA01-8CB1FF12F1D3}" srcOrd="0" destOrd="0" presId="urn:microsoft.com/office/officeart/2005/8/layout/hProcess11"/>
    <dgm:cxn modelId="{23956C0C-E5B1-CB46-A487-DEA11BC35CA8}" type="presParOf" srcId="{815CBAAD-D4B5-1B40-84C6-D6B87C3F72C1}" destId="{AED29F86-C111-6D40-8534-9F87478CE957}" srcOrd="1" destOrd="0" presId="urn:microsoft.com/office/officeart/2005/8/layout/hProcess11"/>
    <dgm:cxn modelId="{9AFF57D3-F573-F94F-B663-1FAD14507FE0}" type="presParOf" srcId="{815CBAAD-D4B5-1B40-84C6-D6B87C3F72C1}" destId="{424EEA18-0ADA-FE42-8A8C-E2387AD1D5F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DFAE0-3E75-EC48-AF35-BF274C0A27A8}">
      <dsp:nvSpPr>
        <dsp:cNvPr id="0" name=""/>
        <dsp:cNvSpPr/>
      </dsp:nvSpPr>
      <dsp:spPr>
        <a:xfrm>
          <a:off x="0" y="277495"/>
          <a:ext cx="681957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A2D5D5-C4D8-CF4A-927B-CEA13F9C9F65}">
      <dsp:nvSpPr>
        <dsp:cNvPr id="0" name=""/>
        <dsp:cNvSpPr/>
      </dsp:nvSpPr>
      <dsp:spPr>
        <a:xfrm>
          <a:off x="340978" y="56095"/>
          <a:ext cx="4773701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35" tIns="0" rIns="180435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Framing the genomic problem</a:t>
          </a:r>
        </a:p>
      </dsp:txBody>
      <dsp:txXfrm>
        <a:off x="362594" y="77711"/>
        <a:ext cx="4730469" cy="399568"/>
      </dsp:txXfrm>
    </dsp:sp>
    <dsp:sp modelId="{DCCF3A2E-50DC-E944-A90B-A4DBFDB624B5}">
      <dsp:nvSpPr>
        <dsp:cNvPr id="0" name=""/>
        <dsp:cNvSpPr/>
      </dsp:nvSpPr>
      <dsp:spPr>
        <a:xfrm>
          <a:off x="0" y="957895"/>
          <a:ext cx="681957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6C613-8768-634C-988E-68919B3FF1DD}">
      <dsp:nvSpPr>
        <dsp:cNvPr id="0" name=""/>
        <dsp:cNvSpPr/>
      </dsp:nvSpPr>
      <dsp:spPr>
        <a:xfrm>
          <a:off x="340978" y="736495"/>
          <a:ext cx="4773701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35" tIns="0" rIns="180435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 selection criteria</a:t>
          </a:r>
        </a:p>
      </dsp:txBody>
      <dsp:txXfrm>
        <a:off x="362594" y="758111"/>
        <a:ext cx="4730469" cy="399568"/>
      </dsp:txXfrm>
    </dsp:sp>
    <dsp:sp modelId="{B62885E7-C886-A14E-9B34-FA6E6FFCD36C}">
      <dsp:nvSpPr>
        <dsp:cNvPr id="0" name=""/>
        <dsp:cNvSpPr/>
      </dsp:nvSpPr>
      <dsp:spPr>
        <a:xfrm>
          <a:off x="0" y="1638295"/>
          <a:ext cx="681957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C436FE-07A9-6F4F-8E5D-F494ECBFA22D}">
      <dsp:nvSpPr>
        <dsp:cNvPr id="0" name=""/>
        <dsp:cNvSpPr/>
      </dsp:nvSpPr>
      <dsp:spPr>
        <a:xfrm>
          <a:off x="340978" y="1416895"/>
          <a:ext cx="4773701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35" tIns="0" rIns="180435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preparation &amp; tokenization</a:t>
          </a:r>
        </a:p>
      </dsp:txBody>
      <dsp:txXfrm>
        <a:off x="362594" y="1438511"/>
        <a:ext cx="4730469" cy="399568"/>
      </dsp:txXfrm>
    </dsp:sp>
    <dsp:sp modelId="{CCAD6304-8E36-3349-9A4B-29B35D9234F7}">
      <dsp:nvSpPr>
        <dsp:cNvPr id="0" name=""/>
        <dsp:cNvSpPr/>
      </dsp:nvSpPr>
      <dsp:spPr>
        <a:xfrm>
          <a:off x="0" y="2318695"/>
          <a:ext cx="681957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E455C-3245-ED4C-A578-3278946FD31F}">
      <dsp:nvSpPr>
        <dsp:cNvPr id="0" name=""/>
        <dsp:cNvSpPr/>
      </dsp:nvSpPr>
      <dsp:spPr>
        <a:xfrm>
          <a:off x="340978" y="2097295"/>
          <a:ext cx="4773701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35" tIns="0" rIns="180435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Fine-tuning workflow (Hugging Face)</a:t>
          </a:r>
        </a:p>
      </dsp:txBody>
      <dsp:txXfrm>
        <a:off x="362594" y="2118911"/>
        <a:ext cx="4730469" cy="399568"/>
      </dsp:txXfrm>
    </dsp:sp>
    <dsp:sp modelId="{450E7BB9-90C7-274C-A55B-535D5F4E3F98}">
      <dsp:nvSpPr>
        <dsp:cNvPr id="0" name=""/>
        <dsp:cNvSpPr/>
      </dsp:nvSpPr>
      <dsp:spPr>
        <a:xfrm>
          <a:off x="0" y="2999095"/>
          <a:ext cx="681957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3E4466-946B-EA40-B712-82FF2F7D103B}">
      <dsp:nvSpPr>
        <dsp:cNvPr id="0" name=""/>
        <dsp:cNvSpPr/>
      </dsp:nvSpPr>
      <dsp:spPr>
        <a:xfrm>
          <a:off x="340978" y="2777695"/>
          <a:ext cx="4773701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35" tIns="0" rIns="180435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Evaluation &amp; best practices</a:t>
          </a:r>
        </a:p>
      </dsp:txBody>
      <dsp:txXfrm>
        <a:off x="362594" y="2799311"/>
        <a:ext cx="4730469" cy="399568"/>
      </dsp:txXfrm>
    </dsp:sp>
    <dsp:sp modelId="{2B94DB16-8520-B140-A4DE-641341933A55}">
      <dsp:nvSpPr>
        <dsp:cNvPr id="0" name=""/>
        <dsp:cNvSpPr/>
      </dsp:nvSpPr>
      <dsp:spPr>
        <a:xfrm>
          <a:off x="0" y="3679495"/>
          <a:ext cx="681957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9C4ED1-513A-9343-B6EB-D3156EFF0C29}">
      <dsp:nvSpPr>
        <dsp:cNvPr id="0" name=""/>
        <dsp:cNvSpPr/>
      </dsp:nvSpPr>
      <dsp:spPr>
        <a:xfrm>
          <a:off x="340978" y="3458095"/>
          <a:ext cx="4773701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435" tIns="0" rIns="180435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Case studies (Human &amp; Microbial)</a:t>
          </a:r>
        </a:p>
      </dsp:txBody>
      <dsp:txXfrm>
        <a:off x="362594" y="3479711"/>
        <a:ext cx="4730469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F7A32-D3A2-D640-B5BA-B70FFC0A8129}">
      <dsp:nvSpPr>
        <dsp:cNvPr id="0" name=""/>
        <dsp:cNvSpPr/>
      </dsp:nvSpPr>
      <dsp:spPr>
        <a:xfrm>
          <a:off x="0" y="25917"/>
          <a:ext cx="937260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Pretraining Benefits</a:t>
          </a:r>
        </a:p>
      </dsp:txBody>
      <dsp:txXfrm>
        <a:off x="31613" y="57530"/>
        <a:ext cx="9309374" cy="584369"/>
      </dsp:txXfrm>
    </dsp:sp>
    <dsp:sp modelId="{D04DA100-9F2C-3C4D-AF6F-F903DFA92708}">
      <dsp:nvSpPr>
        <dsp:cNvPr id="0" name=""/>
        <dsp:cNvSpPr/>
      </dsp:nvSpPr>
      <dsp:spPr>
        <a:xfrm>
          <a:off x="0" y="673512"/>
          <a:ext cx="9372600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580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Captures biological syntax. Transfer learning for downstream tasks</a:t>
          </a:r>
        </a:p>
      </dsp:txBody>
      <dsp:txXfrm>
        <a:off x="0" y="673512"/>
        <a:ext cx="9372600" cy="447120"/>
      </dsp:txXfrm>
    </dsp:sp>
    <dsp:sp modelId="{9CA5925A-2B68-6441-AF54-0DB790C548F3}">
      <dsp:nvSpPr>
        <dsp:cNvPr id="0" name=""/>
        <dsp:cNvSpPr/>
      </dsp:nvSpPr>
      <dsp:spPr>
        <a:xfrm>
          <a:off x="0" y="1120632"/>
          <a:ext cx="937260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Task Versatility</a:t>
          </a:r>
        </a:p>
      </dsp:txBody>
      <dsp:txXfrm>
        <a:off x="31613" y="1152245"/>
        <a:ext cx="9309374" cy="584369"/>
      </dsp:txXfrm>
    </dsp:sp>
    <dsp:sp modelId="{CA80D852-BBB1-A84B-9D90-E6461FC59AAC}">
      <dsp:nvSpPr>
        <dsp:cNvPr id="0" name=""/>
        <dsp:cNvSpPr/>
      </dsp:nvSpPr>
      <dsp:spPr>
        <a:xfrm>
          <a:off x="0" y="1768227"/>
          <a:ext cx="9372600" cy="656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580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Same pretrained model can be used for classification, regression, sequence generation</a:t>
          </a:r>
        </a:p>
      </dsp:txBody>
      <dsp:txXfrm>
        <a:off x="0" y="1768227"/>
        <a:ext cx="9372600" cy="656707"/>
      </dsp:txXfrm>
    </dsp:sp>
    <dsp:sp modelId="{1896598E-A5F9-CD44-9B28-79CABE375999}">
      <dsp:nvSpPr>
        <dsp:cNvPr id="0" name=""/>
        <dsp:cNvSpPr/>
      </dsp:nvSpPr>
      <dsp:spPr>
        <a:xfrm>
          <a:off x="0" y="2424935"/>
          <a:ext cx="937260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 Efficiency</a:t>
          </a:r>
        </a:p>
      </dsp:txBody>
      <dsp:txXfrm>
        <a:off x="31613" y="2456548"/>
        <a:ext cx="9309374" cy="584369"/>
      </dsp:txXfrm>
    </dsp:sp>
    <dsp:sp modelId="{E61F4DEF-8C03-4446-9165-2280575686EA}">
      <dsp:nvSpPr>
        <dsp:cNvPr id="0" name=""/>
        <dsp:cNvSpPr/>
      </dsp:nvSpPr>
      <dsp:spPr>
        <a:xfrm>
          <a:off x="0" y="3072530"/>
          <a:ext cx="9372600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580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Strong performance with limited labeled data</a:t>
          </a:r>
        </a:p>
      </dsp:txBody>
      <dsp:txXfrm>
        <a:off x="0" y="3072530"/>
        <a:ext cx="9372600" cy="447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777A9-8060-BF49-9A87-1D3F7FFA74A0}">
      <dsp:nvSpPr>
        <dsp:cNvPr id="0" name=""/>
        <dsp:cNvSpPr/>
      </dsp:nvSpPr>
      <dsp:spPr>
        <a:xfrm>
          <a:off x="702945" y="0"/>
          <a:ext cx="7966710" cy="4621212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6F624E-55F3-AC43-8C6E-3906FB10B8F1}">
      <dsp:nvSpPr>
        <dsp:cNvPr id="0" name=""/>
        <dsp:cNvSpPr/>
      </dsp:nvSpPr>
      <dsp:spPr>
        <a:xfrm>
          <a:off x="10068" y="1386363"/>
          <a:ext cx="3016805" cy="18484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Task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Species Classification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Taxonomic Classification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Regulatory element prediction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Sequence Design (e.g., promotors, novel peptides)</a:t>
          </a:r>
        </a:p>
      </dsp:txBody>
      <dsp:txXfrm>
        <a:off x="100304" y="1476599"/>
        <a:ext cx="2836333" cy="1668013"/>
      </dsp:txXfrm>
    </dsp:sp>
    <dsp:sp modelId="{98D1EDE8-AE4D-0044-8470-0442ECC8A3F4}">
      <dsp:nvSpPr>
        <dsp:cNvPr id="0" name=""/>
        <dsp:cNvSpPr/>
      </dsp:nvSpPr>
      <dsp:spPr>
        <a:xfrm>
          <a:off x="3177897" y="1386363"/>
          <a:ext cx="3016805" cy="1848485"/>
        </a:xfrm>
        <a:prstGeom prst="roundRect">
          <a:avLst/>
        </a:prstGeom>
        <a:solidFill>
          <a:schemeClr val="accent2">
            <a:hueOff val="-5426363"/>
            <a:satOff val="-12160"/>
            <a:lumOff val="-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Input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Raw DNA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Annotated variants (e.g., exon, intron)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Kmers</a:t>
          </a:r>
          <a:endParaRPr lang="en-US" sz="1500" kern="1200" dirty="0"/>
        </a:p>
      </dsp:txBody>
      <dsp:txXfrm>
        <a:off x="3268133" y="1476599"/>
        <a:ext cx="2836333" cy="1668013"/>
      </dsp:txXfrm>
    </dsp:sp>
    <dsp:sp modelId="{3F9D1C3A-0534-D642-AC01-65C70948959B}">
      <dsp:nvSpPr>
        <dsp:cNvPr id="0" name=""/>
        <dsp:cNvSpPr/>
      </dsp:nvSpPr>
      <dsp:spPr>
        <a:xfrm>
          <a:off x="6345726" y="1386363"/>
          <a:ext cx="3016805" cy="1848485"/>
        </a:xfrm>
        <a:prstGeom prst="roundRect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Output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Label (e.g., Promoter, not promoter, taxonomy)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Continuous Score (e.g., gene expression values)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Generated sequences</a:t>
          </a:r>
        </a:p>
      </dsp:txBody>
      <dsp:txXfrm>
        <a:off x="6435962" y="1476599"/>
        <a:ext cx="2836333" cy="16680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C8C73-1B32-9644-9A87-A00D566E1FC5}">
      <dsp:nvSpPr>
        <dsp:cNvPr id="0" name=""/>
        <dsp:cNvSpPr/>
      </dsp:nvSpPr>
      <dsp:spPr>
        <a:xfrm>
          <a:off x="0" y="42839"/>
          <a:ext cx="9372600" cy="4557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Training Corpus</a:t>
          </a:r>
        </a:p>
      </dsp:txBody>
      <dsp:txXfrm>
        <a:off x="22246" y="65085"/>
        <a:ext cx="9328108" cy="411223"/>
      </dsp:txXfrm>
    </dsp:sp>
    <dsp:sp modelId="{51035C2E-FB66-A944-9C58-57B7B7921E3A}">
      <dsp:nvSpPr>
        <dsp:cNvPr id="0" name=""/>
        <dsp:cNvSpPr/>
      </dsp:nvSpPr>
      <dsp:spPr>
        <a:xfrm>
          <a:off x="0" y="498554"/>
          <a:ext cx="937260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580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Single Species, Multispecies</a:t>
          </a:r>
        </a:p>
      </dsp:txBody>
      <dsp:txXfrm>
        <a:off x="0" y="498554"/>
        <a:ext cx="9372600" cy="314640"/>
      </dsp:txXfrm>
    </dsp:sp>
    <dsp:sp modelId="{2D6F2C00-76C5-BD47-817F-5DD815180F37}">
      <dsp:nvSpPr>
        <dsp:cNvPr id="0" name=""/>
        <dsp:cNvSpPr/>
      </dsp:nvSpPr>
      <dsp:spPr>
        <a:xfrm>
          <a:off x="0" y="813194"/>
          <a:ext cx="9372600" cy="455715"/>
        </a:xfrm>
        <a:prstGeom prst="roundRect">
          <a:avLst/>
        </a:prstGeom>
        <a:solidFill>
          <a:schemeClr val="accent2">
            <a:hueOff val="-2713181"/>
            <a:satOff val="-6080"/>
            <a:lumOff val="-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Species Domain</a:t>
          </a:r>
        </a:p>
      </dsp:txBody>
      <dsp:txXfrm>
        <a:off x="22246" y="835440"/>
        <a:ext cx="9328108" cy="411223"/>
      </dsp:txXfrm>
    </dsp:sp>
    <dsp:sp modelId="{7801BA1D-1F23-8541-8CC8-BB8A36F2614D}">
      <dsp:nvSpPr>
        <dsp:cNvPr id="0" name=""/>
        <dsp:cNvSpPr/>
      </dsp:nvSpPr>
      <dsp:spPr>
        <a:xfrm>
          <a:off x="0" y="1268909"/>
          <a:ext cx="937260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580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Human/Mouse, Plant, Microbial, non-model organism</a:t>
          </a:r>
        </a:p>
      </dsp:txBody>
      <dsp:txXfrm>
        <a:off x="0" y="1268909"/>
        <a:ext cx="9372600" cy="314640"/>
      </dsp:txXfrm>
    </dsp:sp>
    <dsp:sp modelId="{10F1352E-593A-FC48-A524-4518077570C1}">
      <dsp:nvSpPr>
        <dsp:cNvPr id="0" name=""/>
        <dsp:cNvSpPr/>
      </dsp:nvSpPr>
      <dsp:spPr>
        <a:xfrm>
          <a:off x="0" y="1583549"/>
          <a:ext cx="9372600" cy="455715"/>
        </a:xfrm>
        <a:prstGeom prst="roundRect">
          <a:avLst/>
        </a:prstGeom>
        <a:solidFill>
          <a:schemeClr val="accent2">
            <a:hueOff val="-5426363"/>
            <a:satOff val="-12160"/>
            <a:lumOff val="-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Model Architecture &amp; Size</a:t>
          </a:r>
        </a:p>
      </dsp:txBody>
      <dsp:txXfrm>
        <a:off x="22246" y="1605795"/>
        <a:ext cx="9328108" cy="411223"/>
      </dsp:txXfrm>
    </dsp:sp>
    <dsp:sp modelId="{9D6BAB80-BF54-E441-BA9B-C092919AA477}">
      <dsp:nvSpPr>
        <dsp:cNvPr id="0" name=""/>
        <dsp:cNvSpPr/>
      </dsp:nvSpPr>
      <dsp:spPr>
        <a:xfrm>
          <a:off x="0" y="2039264"/>
          <a:ext cx="937260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580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Small (10–100 M) for quick fine-tuning vs. large (100 M– few B) for generation</a:t>
          </a:r>
        </a:p>
      </dsp:txBody>
      <dsp:txXfrm>
        <a:off x="0" y="2039264"/>
        <a:ext cx="9372600" cy="314640"/>
      </dsp:txXfrm>
    </dsp:sp>
    <dsp:sp modelId="{856E3655-F49A-724B-8554-73A12574C125}">
      <dsp:nvSpPr>
        <dsp:cNvPr id="0" name=""/>
        <dsp:cNvSpPr/>
      </dsp:nvSpPr>
      <dsp:spPr>
        <a:xfrm>
          <a:off x="0" y="2353904"/>
          <a:ext cx="9372600" cy="455715"/>
        </a:xfrm>
        <a:prstGeom prst="roundRect">
          <a:avLst/>
        </a:prstGeom>
        <a:solidFill>
          <a:schemeClr val="accent2">
            <a:hueOff val="-8139543"/>
            <a:satOff val="-18239"/>
            <a:lumOff val="-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Tokenization Scheme</a:t>
          </a:r>
        </a:p>
      </dsp:txBody>
      <dsp:txXfrm>
        <a:off x="22246" y="2376150"/>
        <a:ext cx="9328108" cy="411223"/>
      </dsp:txXfrm>
    </dsp:sp>
    <dsp:sp modelId="{07B3F2C3-53C9-4043-B943-EAB5A06746FD}">
      <dsp:nvSpPr>
        <dsp:cNvPr id="0" name=""/>
        <dsp:cNvSpPr/>
      </dsp:nvSpPr>
      <dsp:spPr>
        <a:xfrm>
          <a:off x="0" y="2809619"/>
          <a:ext cx="937260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580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k-</a:t>
          </a:r>
          <a:r>
            <a:rPr lang="en-US" sz="1500" kern="1200" dirty="0" err="1"/>
            <a:t>mers</a:t>
          </a:r>
          <a:r>
            <a:rPr lang="en-US" sz="1500" kern="1200" dirty="0"/>
            <a:t> (fixed-length) vs. BPE vs. variant-aware tokens</a:t>
          </a:r>
        </a:p>
      </dsp:txBody>
      <dsp:txXfrm>
        <a:off x="0" y="2809619"/>
        <a:ext cx="9372600" cy="314640"/>
      </dsp:txXfrm>
    </dsp:sp>
    <dsp:sp modelId="{E25787BA-FD00-FE48-AB2B-59062DE111E3}">
      <dsp:nvSpPr>
        <dsp:cNvPr id="0" name=""/>
        <dsp:cNvSpPr/>
      </dsp:nvSpPr>
      <dsp:spPr>
        <a:xfrm>
          <a:off x="0" y="3124259"/>
          <a:ext cx="9372600" cy="455715"/>
        </a:xfrm>
        <a:prstGeom prst="roundRect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Accessibility, Licensing, Deployment aspects</a:t>
          </a:r>
        </a:p>
      </dsp:txBody>
      <dsp:txXfrm>
        <a:off x="22246" y="3146505"/>
        <a:ext cx="9328108" cy="411223"/>
      </dsp:txXfrm>
    </dsp:sp>
    <dsp:sp modelId="{362DE558-9B16-3A4D-B7DD-91277FD0EE59}">
      <dsp:nvSpPr>
        <dsp:cNvPr id="0" name=""/>
        <dsp:cNvSpPr/>
      </dsp:nvSpPr>
      <dsp:spPr>
        <a:xfrm>
          <a:off x="0" y="3579974"/>
          <a:ext cx="937260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580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Hugging Face availability, MIT/Apache-2.0 licenses, Deployment complexity</a:t>
          </a:r>
        </a:p>
      </dsp:txBody>
      <dsp:txXfrm>
        <a:off x="0" y="3579974"/>
        <a:ext cx="9372600" cy="314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6F00C-DFA6-7B47-BFFC-A296FA06F55E}">
      <dsp:nvSpPr>
        <dsp:cNvPr id="0" name=""/>
        <dsp:cNvSpPr/>
      </dsp:nvSpPr>
      <dsp:spPr>
        <a:xfrm>
          <a:off x="0" y="1030964"/>
          <a:ext cx="9372600" cy="1924509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896F8D-F31B-BA45-A655-C34AF31B041D}">
      <dsp:nvSpPr>
        <dsp:cNvPr id="0" name=""/>
        <dsp:cNvSpPr/>
      </dsp:nvSpPr>
      <dsp:spPr>
        <a:xfrm>
          <a:off x="4221" y="0"/>
          <a:ext cx="2030577" cy="1594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Sequence Retrieval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FASTA, BED, GenBank</a:t>
          </a:r>
        </a:p>
      </dsp:txBody>
      <dsp:txXfrm>
        <a:off x="4221" y="0"/>
        <a:ext cx="2030577" cy="1594575"/>
      </dsp:txXfrm>
    </dsp:sp>
    <dsp:sp modelId="{AE87E306-C6B6-C845-947A-9B9F6352883B}">
      <dsp:nvSpPr>
        <dsp:cNvPr id="0" name=""/>
        <dsp:cNvSpPr/>
      </dsp:nvSpPr>
      <dsp:spPr>
        <a:xfrm>
          <a:off x="820188" y="1793897"/>
          <a:ext cx="398643" cy="3986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70137-B326-C848-B704-CA12518DE98B}">
      <dsp:nvSpPr>
        <dsp:cNvPr id="0" name=""/>
        <dsp:cNvSpPr/>
      </dsp:nvSpPr>
      <dsp:spPr>
        <a:xfrm>
          <a:off x="2136328" y="2391863"/>
          <a:ext cx="2030577" cy="1594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Quality Control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Remove Ns, trim low-quality ends</a:t>
          </a:r>
        </a:p>
      </dsp:txBody>
      <dsp:txXfrm>
        <a:off x="2136328" y="2391863"/>
        <a:ext cx="2030577" cy="1594575"/>
      </dsp:txXfrm>
    </dsp:sp>
    <dsp:sp modelId="{A8520786-BD32-6D4B-AC01-110EBB4F081D}">
      <dsp:nvSpPr>
        <dsp:cNvPr id="0" name=""/>
        <dsp:cNvSpPr/>
      </dsp:nvSpPr>
      <dsp:spPr>
        <a:xfrm>
          <a:off x="2952294" y="1793897"/>
          <a:ext cx="398643" cy="39864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4977F-B7A3-814E-95BF-9AD4F6DDBACC}">
      <dsp:nvSpPr>
        <dsp:cNvPr id="0" name=""/>
        <dsp:cNvSpPr/>
      </dsp:nvSpPr>
      <dsp:spPr>
        <a:xfrm>
          <a:off x="4268434" y="0"/>
          <a:ext cx="2030577" cy="1594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Length Handling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Padding/truncation to model’s max context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Sliding windows for longer contigs</a:t>
          </a:r>
        </a:p>
      </dsp:txBody>
      <dsp:txXfrm>
        <a:off x="4268434" y="0"/>
        <a:ext cx="2030577" cy="1594575"/>
      </dsp:txXfrm>
    </dsp:sp>
    <dsp:sp modelId="{9969A16E-CEB1-2540-8824-99F435CB05B8}">
      <dsp:nvSpPr>
        <dsp:cNvPr id="0" name=""/>
        <dsp:cNvSpPr/>
      </dsp:nvSpPr>
      <dsp:spPr>
        <a:xfrm>
          <a:off x="5084401" y="1793897"/>
          <a:ext cx="398643" cy="39864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A3DCD-D68D-8344-AA01-8CB1FF12F1D3}">
      <dsp:nvSpPr>
        <dsp:cNvPr id="0" name=""/>
        <dsp:cNvSpPr/>
      </dsp:nvSpPr>
      <dsp:spPr>
        <a:xfrm>
          <a:off x="6400540" y="2391863"/>
          <a:ext cx="2030577" cy="1594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Class Balance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Oversample or weight classes for imbalanced labels</a:t>
          </a:r>
        </a:p>
      </dsp:txBody>
      <dsp:txXfrm>
        <a:off x="6400540" y="2391863"/>
        <a:ext cx="2030577" cy="1594575"/>
      </dsp:txXfrm>
    </dsp:sp>
    <dsp:sp modelId="{AED29F86-C111-6D40-8534-9F87478CE957}">
      <dsp:nvSpPr>
        <dsp:cNvPr id="0" name=""/>
        <dsp:cNvSpPr/>
      </dsp:nvSpPr>
      <dsp:spPr>
        <a:xfrm>
          <a:off x="7216507" y="1793897"/>
          <a:ext cx="398643" cy="39864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08F2E-5F06-4CE2-A139-452A1382A6F0}" type="datetimeFigureOut">
              <a:rPr lang="en-US"/>
              <a:t>1/4/26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588A-5C4E-401A-AECC-B6F63A9DE96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97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C5DC6-1594-414D-9341-ABA08739246C}" type="datetimeFigureOut">
              <a:rPr lang="en-US"/>
              <a:t>1/4/26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42409-6A04-4DC6-AC3A-D3758287A8F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15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</a:t>
            </a:r>
            <a:r>
              <a:rPr lang="en-US" b="1" dirty="0" err="1"/>
              <a:t>DataCollatorWithPadding</a:t>
            </a:r>
            <a:r>
              <a:rPr lang="en-US" b="1" dirty="0"/>
              <a:t> Is Better</a:t>
            </a:r>
          </a:p>
          <a:p>
            <a:r>
              <a:rPr lang="en-US" dirty="0"/>
              <a:t>Pads </a:t>
            </a:r>
            <a:r>
              <a:rPr lang="en-US" b="1" dirty="0"/>
              <a:t>only to the longest sequence in each batch</a:t>
            </a:r>
            <a:r>
              <a:rPr lang="en-US" dirty="0"/>
              <a:t>, not the whole dataset</a:t>
            </a:r>
          </a:p>
          <a:p>
            <a:r>
              <a:rPr lang="en-US" dirty="0"/>
              <a:t>Reduces average padding length dramatically</a:t>
            </a:r>
          </a:p>
          <a:p>
            <a:r>
              <a:rPr lang="en-US" dirty="0"/>
              <a:t>Saves compute/memory and </a:t>
            </a:r>
            <a:r>
              <a:rPr lang="en-US" b="1" dirty="0"/>
              <a:t>speeds up training</a:t>
            </a:r>
            <a:endParaRPr lang="en-US" dirty="0"/>
          </a:p>
          <a:p>
            <a:r>
              <a:rPr lang="en-US" dirty="0"/>
              <a:t>Ensures padding is applied consistently and correctly (with attention masks)</a:t>
            </a:r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41261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00200" y="0"/>
            <a:ext cx="5029200" cy="59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oseup of plant shoot" title="Slide Design Pictur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60567" y="2057400"/>
            <a:ext cx="2060767" cy="3886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777" y="3019706"/>
            <a:ext cx="4846320" cy="23876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777" y="5381894"/>
            <a:ext cx="4846320" cy="44805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873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1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51777" y="2263913"/>
            <a:ext cx="7199696" cy="218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777" y="2263913"/>
            <a:ext cx="6949440" cy="2188355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0851" y="4524522"/>
            <a:ext cx="7220622" cy="44952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989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68">
          <p15:clr>
            <a:srgbClr val="FDE53C"/>
          </p15:clr>
        </p15:guide>
        <p15:guide id="2" orient="horz" pos="1296">
          <p15:clr>
            <a:srgbClr val="FDE53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4610099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56281"/>
            <a:ext cx="4609775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6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699" y="1554480"/>
            <a:ext cx="4608576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09699" y="2378392"/>
            <a:ext cx="4608576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4610100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78392"/>
            <a:ext cx="4610100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718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87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39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79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699" y="915923"/>
            <a:ext cx="5216979" cy="5065776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79" y="3446396"/>
            <a:ext cx="4155622" cy="2535303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5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80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915923"/>
            <a:ext cx="6626677" cy="5065776"/>
          </a:xfrm>
        </p:spPr>
        <p:txBody>
          <a:bodyPr tIns="1371600">
            <a:normAutofit/>
          </a:bodyPr>
          <a:lstStyle>
            <a:lvl1pPr marL="0" indent="0" algn="ctr">
              <a:spcBef>
                <a:spcPts val="0"/>
              </a:spcBef>
              <a:buNone/>
              <a:defRPr sz="2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80" y="3446397"/>
            <a:ext cx="4155622" cy="2535304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42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70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0500"/>
            <a:ext cx="2057400" cy="5986463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00"/>
            <a:ext cx="7734300" cy="5986463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0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629400"/>
            <a:ext cx="1499616" cy="22860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  <a:lumOff val="85000"/>
                </a:schemeClr>
              </a:gs>
              <a:gs pos="100000">
                <a:schemeClr val="accent1">
                  <a:lumMod val="15000"/>
                  <a:lumOff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09344" y="6629400"/>
            <a:ext cx="10582656" cy="228600"/>
          </a:xfrm>
          <a:prstGeom prst="rect">
            <a:avLst/>
          </a:prstGeom>
          <a:gradFill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5000"/>
                  <a:lumOff val="6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0026" y="276087"/>
            <a:ext cx="9371949" cy="1183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027" y="1566001"/>
            <a:ext cx="9371948" cy="462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629400"/>
            <a:ext cx="4104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CD8D479-8942-46E8-A226-A4E01F7A105C}" type="slidenum">
              <a:rPr/>
              <a:p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101" y="6629400"/>
            <a:ext cx="100066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7716" y="6629400"/>
            <a:ext cx="91442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dirty="0"/>
              <a:t>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8660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76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05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338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24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19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E43459-5AD6-05A7-68C8-F3E8FBC3CB19}"/>
              </a:ext>
            </a:extLst>
          </p:cNvPr>
          <p:cNvSpPr/>
          <p:nvPr/>
        </p:nvSpPr>
        <p:spPr>
          <a:xfrm>
            <a:off x="6705600" y="2036618"/>
            <a:ext cx="5486400" cy="40316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GFM in Practice: Matching Models to Research Goals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Ikram Ullah, Staff Scientist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258AC2-6818-6EFB-B085-929213EE1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909794"/>
            <a:ext cx="2711359" cy="40316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DA2E77-8433-8039-37B0-94FB05392400}"/>
              </a:ext>
            </a:extLst>
          </p:cNvPr>
          <p:cNvSpPr txBox="1"/>
          <p:nvPr/>
        </p:nvSpPr>
        <p:spPr>
          <a:xfrm>
            <a:off x="6045844" y="6607502"/>
            <a:ext cx="6146156" cy="250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Image taken from – Tang, Lin. "Large models for genomics."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20.12 (2023): 1868-1868.</a:t>
            </a:r>
            <a:endParaRPr lang="en-SA" sz="1000" dirty="0"/>
          </a:p>
        </p:txBody>
      </p:sp>
    </p:spTree>
    <p:extLst>
      <p:ext uri="{BB962C8B-B14F-4D97-AF65-F5344CB8AC3E}">
        <p14:creationId xmlns:p14="http://schemas.microsoft.com/office/powerpoint/2010/main" val="42615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FA6A-8F52-70E4-545F-001D1650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Agenda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9A7683-5B0B-F3F7-0AC4-AD118CD7FD49}"/>
              </a:ext>
            </a:extLst>
          </p:cNvPr>
          <p:cNvGrpSpPr/>
          <p:nvPr/>
        </p:nvGrpSpPr>
        <p:grpSpPr>
          <a:xfrm>
            <a:off x="8710647" y="1818152"/>
            <a:ext cx="2998149" cy="3868026"/>
            <a:chOff x="8710647" y="1818152"/>
            <a:chExt cx="2998149" cy="386802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DDDFE0-24A9-8615-9CE4-16E3D0C3E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10647" y="1818152"/>
              <a:ext cx="2998149" cy="322169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A93968-4040-7EA2-D2D3-3348BE32EA65}"/>
                </a:ext>
              </a:extLst>
            </p:cNvPr>
            <p:cNvSpPr txBox="1"/>
            <p:nvPr/>
          </p:nvSpPr>
          <p:spPr>
            <a:xfrm>
              <a:off x="8710648" y="5039847"/>
              <a:ext cx="299814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200" b="0" i="0" dirty="0">
                  <a:solidFill>
                    <a:srgbClr val="222222"/>
                  </a:solidFill>
                  <a:effectLst/>
                  <a:latin typeface="Harding"/>
                </a:rPr>
                <a:t>UMAP visualization of the pretrained </a:t>
              </a:r>
              <a:r>
                <a:rPr lang="en-US" sz="1200" b="0" i="0" dirty="0" err="1">
                  <a:solidFill>
                    <a:srgbClr val="222222"/>
                  </a:solidFill>
                  <a:effectLst/>
                  <a:latin typeface="Harding"/>
                </a:rPr>
                <a:t>scGPT</a:t>
              </a:r>
              <a:r>
                <a:rPr lang="en-US" sz="1200" b="0" i="0" dirty="0">
                  <a:solidFill>
                    <a:srgbClr val="222222"/>
                  </a:solidFill>
                  <a:effectLst/>
                  <a:latin typeface="Harding"/>
                </a:rPr>
                <a:t> cell embeddings (</a:t>
              </a:r>
              <a:r>
                <a:rPr lang="en-US" sz="1200" b="0" i="0" dirty="0" err="1">
                  <a:solidFill>
                    <a:srgbClr val="222222"/>
                  </a:solidFill>
                  <a:effectLst/>
                  <a:latin typeface="Harding"/>
                </a:rPr>
                <a:t>emb</a:t>
              </a:r>
              <a:r>
                <a:rPr lang="en-US" sz="1200" b="0" i="0" dirty="0">
                  <a:solidFill>
                    <a:srgbClr val="222222"/>
                  </a:solidFill>
                  <a:effectLst/>
                  <a:latin typeface="Harding"/>
                </a:rPr>
                <a:t>; a random 10% subset), colored by major cell types</a:t>
              </a:r>
              <a:endParaRPr lang="en-SA" sz="12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021A0DA-5FF3-A5EF-75F7-81D921B4EB0A}"/>
              </a:ext>
            </a:extLst>
          </p:cNvPr>
          <p:cNvSpPr txBox="1"/>
          <p:nvPr/>
        </p:nvSpPr>
        <p:spPr>
          <a:xfrm>
            <a:off x="1475294" y="6307687"/>
            <a:ext cx="93066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Cui, Haotian, et al. "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scGPT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toward building a foundation model for single-cell multi-omics using generative AI."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21.8 (2024): 1470-1480.</a:t>
            </a:r>
            <a:endParaRPr lang="en-SA" sz="10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B2D9FE8-D079-CF9E-981A-6FBA2A5A0D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6556618"/>
              </p:ext>
            </p:extLst>
          </p:nvPr>
        </p:nvGraphicFramePr>
        <p:xfrm>
          <a:off x="1410026" y="1699380"/>
          <a:ext cx="6819574" cy="4113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57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ED0B-B3B0-8F43-0934-151E67B3A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Special with Using GFMs?</a:t>
            </a:r>
            <a:endParaRPr lang="en-S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398143-F559-2BCF-6729-37A05BDF6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19460"/>
              </p:ext>
            </p:extLst>
          </p:nvPr>
        </p:nvGraphicFramePr>
        <p:xfrm>
          <a:off x="1409700" y="1746023"/>
          <a:ext cx="9372600" cy="3545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83E29B9-47D8-4D2E-7C4D-8349F44FA9B3}"/>
              </a:ext>
            </a:extLst>
          </p:cNvPr>
          <p:cNvSpPr txBox="1"/>
          <p:nvPr/>
        </p:nvSpPr>
        <p:spPr>
          <a:xfrm>
            <a:off x="1409700" y="5577961"/>
            <a:ext cx="93719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Takeaway: </a:t>
            </a:r>
            <a:r>
              <a:rPr lang="en-US" sz="2400" dirty="0">
                <a:solidFill>
                  <a:srgbClr val="FF0000"/>
                </a:solidFill>
              </a:rPr>
              <a:t>GFMs accelerate genomic tasks learning by leveraging large-scale pretraining</a:t>
            </a:r>
            <a:endParaRPr lang="en-S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2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460A-FE7C-FBD0-09FB-F1A622BD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Your Genomic Problem for Finetuning</a:t>
            </a:r>
            <a:endParaRPr lang="en-S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93078E-78A0-720E-394A-D7A6C636EE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4124984"/>
              </p:ext>
            </p:extLst>
          </p:nvPr>
        </p:nvGraphicFramePr>
        <p:xfrm>
          <a:off x="1409700" y="1565275"/>
          <a:ext cx="9372600" cy="4621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786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5B29-2B4C-A87E-6D1C-C79EE831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 for Selecting a GFM</a:t>
            </a:r>
            <a:endParaRPr lang="en-S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6C7956-ADB3-1078-62DC-5ACFAC224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535975"/>
              </p:ext>
            </p:extLst>
          </p:nvPr>
        </p:nvGraphicFramePr>
        <p:xfrm>
          <a:off x="1409700" y="1565276"/>
          <a:ext cx="9372600" cy="3937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85DFEE-19F8-21E8-79E4-FF8DA7E889BC}"/>
              </a:ext>
            </a:extLst>
          </p:cNvPr>
          <p:cNvSpPr txBox="1"/>
          <p:nvPr/>
        </p:nvSpPr>
        <p:spPr>
          <a:xfrm>
            <a:off x="1410027" y="5608353"/>
            <a:ext cx="93719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Takeaway:</a:t>
            </a:r>
            <a:r>
              <a:rPr lang="en-US" sz="2400" dirty="0">
                <a:solidFill>
                  <a:srgbClr val="FF0000"/>
                </a:solidFill>
              </a:rPr>
              <a:t> Align model choice with species, compute resources, and task complexity</a:t>
            </a:r>
            <a:endParaRPr lang="en-S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85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838E-3FC9-A4C6-E786-17B8ECB2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&amp; Cleaning</a:t>
            </a:r>
            <a:endParaRPr lang="en-S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36CD41-5F53-C120-7BDB-2C42411A84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497420"/>
              </p:ext>
            </p:extLst>
          </p:nvPr>
        </p:nvGraphicFramePr>
        <p:xfrm>
          <a:off x="1409700" y="1565275"/>
          <a:ext cx="9372600" cy="3986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FA1A57-734E-3F75-734F-8A02C258E658}"/>
              </a:ext>
            </a:extLst>
          </p:cNvPr>
          <p:cNvSpPr txBox="1"/>
          <p:nvPr/>
        </p:nvSpPr>
        <p:spPr>
          <a:xfrm>
            <a:off x="1409699" y="5334170"/>
            <a:ext cx="9073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Takeaway:</a:t>
            </a:r>
            <a:r>
              <a:rPr lang="en-US" sz="2400" dirty="0">
                <a:solidFill>
                  <a:srgbClr val="FF0000"/>
                </a:solidFill>
              </a:rPr>
              <a:t> Preprocessing bridges raw sequences to model inputs</a:t>
            </a:r>
            <a:endParaRPr lang="en-S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36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7548-5F8B-8FB3-8606-E390D6E6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Assembly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9FB3-0A04-4674-37A2-BCEC2BCDB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027" y="1566001"/>
            <a:ext cx="5121402" cy="4393928"/>
          </a:xfrm>
        </p:spPr>
        <p:txBody>
          <a:bodyPr>
            <a:normAutofit/>
          </a:bodyPr>
          <a:lstStyle/>
          <a:p>
            <a:r>
              <a:rPr lang="en-US" dirty="0"/>
              <a:t>Dataset creation</a:t>
            </a:r>
          </a:p>
          <a:p>
            <a:pPr lvl="1"/>
            <a:r>
              <a:rPr lang="en-US" dirty="0"/>
              <a:t>Convert from sequence format to Hugging Face Dataset format</a:t>
            </a:r>
          </a:p>
          <a:p>
            <a:pPr lvl="1"/>
            <a:r>
              <a:rPr lang="en-US" dirty="0"/>
              <a:t>Hugging Face Dataset with fields </a:t>
            </a:r>
            <a:r>
              <a:rPr lang="en-US" dirty="0" err="1"/>
              <a:t>input_ids</a:t>
            </a:r>
            <a:r>
              <a:rPr lang="en-US" dirty="0"/>
              <a:t>, </a:t>
            </a:r>
            <a:r>
              <a:rPr lang="en-US" dirty="0" err="1"/>
              <a:t>attention_mask</a:t>
            </a:r>
            <a:r>
              <a:rPr lang="en-US" dirty="0"/>
              <a:t>, labels</a:t>
            </a:r>
          </a:p>
          <a:p>
            <a:r>
              <a:rPr lang="en-US" dirty="0"/>
              <a:t>Collation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DataCollatorWithPadding</a:t>
            </a:r>
            <a:r>
              <a:rPr lang="en-US" dirty="0"/>
              <a:t> to batch variable-length inputs</a:t>
            </a:r>
          </a:p>
          <a:p>
            <a:r>
              <a:rPr lang="en-US" dirty="0"/>
              <a:t>Tip </a:t>
            </a:r>
          </a:p>
          <a:p>
            <a:pPr lvl="1"/>
            <a:r>
              <a:rPr lang="en-US" dirty="0"/>
              <a:t>Precompute tokenization if training speed is critical</a:t>
            </a:r>
            <a:endParaRPr lang="en-S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6A5F4D-9FDB-FD38-9D36-6BC0A6DEC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1" y="1931829"/>
            <a:ext cx="4935937" cy="299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8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C9FB-4BF5-F1E3-C1AD-154113EC1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Workflow (Hugging Face)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BD491-D92A-EB74-7C05-81805E525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5334000" cy="46206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Tokenization </a:t>
            </a:r>
          </a:p>
          <a:p>
            <a:pPr lvl="1"/>
            <a:r>
              <a:rPr lang="en-US" dirty="0"/>
              <a:t>Convert DNA to tokens taking care of truncation and padding as per model max allowed length</a:t>
            </a:r>
          </a:p>
          <a:p>
            <a:r>
              <a:rPr lang="en-US" dirty="0"/>
              <a:t>Load selected model with weights</a:t>
            </a:r>
          </a:p>
          <a:p>
            <a:pPr lvl="1"/>
            <a:r>
              <a:rPr lang="en-US" dirty="0"/>
              <a:t>This will be pretrained on data from your species of interest</a:t>
            </a:r>
          </a:p>
          <a:p>
            <a:pPr lvl="1"/>
            <a:r>
              <a:rPr lang="en-US" dirty="0"/>
              <a:t>Add classification/regression head</a:t>
            </a:r>
          </a:p>
          <a:p>
            <a:r>
              <a:rPr lang="en-US" dirty="0"/>
              <a:t>Setup training </a:t>
            </a:r>
          </a:p>
          <a:p>
            <a:pPr lvl="1"/>
            <a:r>
              <a:rPr lang="en-US" dirty="0"/>
              <a:t>Define main training arguments like batch size, learning rate, number of epochs, stopping criteria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Optimize training for large models (&gt;100M)</a:t>
            </a:r>
          </a:p>
          <a:p>
            <a:pPr lvl="1"/>
            <a:r>
              <a:rPr lang="en-US" dirty="0" err="1"/>
              <a:t>LoRA</a:t>
            </a:r>
            <a:r>
              <a:rPr lang="en-US" dirty="0"/>
              <a:t> (via Hugging Face library) allows updating only a small subset of parameters, saving memory and compute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S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7FE72D-FC61-34DE-D9CA-12F02725D1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23315" y="2592855"/>
            <a:ext cx="4610100" cy="254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3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2E8D-F21F-8719-B39B-69C3610AC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&amp; Validation Best Practices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6E11B-B343-02C7-5D26-812AF25D1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027" y="1566001"/>
            <a:ext cx="6629072" cy="3495856"/>
          </a:xfrm>
        </p:spPr>
        <p:txBody>
          <a:bodyPr/>
          <a:lstStyle/>
          <a:p>
            <a:r>
              <a:rPr lang="en-US" dirty="0"/>
              <a:t>Hold-Out &amp; Cross-Validation</a:t>
            </a:r>
          </a:p>
          <a:p>
            <a:pPr lvl="1"/>
            <a:r>
              <a:rPr lang="en-US" dirty="0"/>
              <a:t>Ensure no overlap of genomic windows</a:t>
            </a:r>
          </a:p>
          <a:p>
            <a:r>
              <a:rPr lang="en-US" dirty="0"/>
              <a:t>Metrics:</a:t>
            </a:r>
          </a:p>
          <a:p>
            <a:pPr lvl="1"/>
            <a:r>
              <a:rPr lang="en-US" dirty="0"/>
              <a:t>Classification: accuracy, precision/recall, ROC-AUC</a:t>
            </a:r>
          </a:p>
          <a:p>
            <a:pPr lvl="1"/>
            <a:r>
              <a:rPr lang="en-US" dirty="0"/>
              <a:t>Regression: SSE, RMSE, R²</a:t>
            </a:r>
          </a:p>
          <a:p>
            <a:pPr lvl="1"/>
            <a:r>
              <a:rPr lang="en-US" dirty="0"/>
              <a:t>Generation: perplexity, BLAST similarity</a:t>
            </a:r>
          </a:p>
          <a:p>
            <a:r>
              <a:rPr lang="en-US" dirty="0"/>
              <a:t>Biological Sanity Checks:</a:t>
            </a:r>
          </a:p>
          <a:p>
            <a:pPr lvl="1"/>
            <a:r>
              <a:rPr lang="en-US" dirty="0"/>
              <a:t>BLAST generated sequences against GenBank</a:t>
            </a:r>
          </a:p>
          <a:p>
            <a:pPr lvl="1"/>
            <a:r>
              <a:rPr lang="en-US" dirty="0"/>
              <a:t>Attention maps to highlight important motifs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S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48FDD-5DEA-31C1-1FE4-0F93713BF864}"/>
              </a:ext>
            </a:extLst>
          </p:cNvPr>
          <p:cNvSpPr txBox="1"/>
          <p:nvPr/>
        </p:nvSpPr>
        <p:spPr>
          <a:xfrm>
            <a:off x="1410026" y="5291999"/>
            <a:ext cx="8566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Takeaway:</a:t>
            </a:r>
            <a:r>
              <a:rPr lang="en-US" sz="2400" dirty="0">
                <a:solidFill>
                  <a:srgbClr val="FF0000"/>
                </a:solidFill>
              </a:rPr>
              <a:t> Combine ML metrics with biological validation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363616-6600-EA0B-D38E-6D32E78F1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450" y="2030548"/>
            <a:ext cx="4391479" cy="27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7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9CF4-3AED-27C4-F384-4078BAE21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025" y="2837217"/>
            <a:ext cx="9371949" cy="1183566"/>
          </a:xfrm>
        </p:spPr>
        <p:txBody>
          <a:bodyPr anchor="ctr"/>
          <a:lstStyle/>
          <a:p>
            <a:pPr algn="ctr"/>
            <a:r>
              <a:rPr lang="en-SA" dirty="0"/>
              <a:t>Hands on using Human and Microbial Use Cases</a:t>
            </a:r>
          </a:p>
        </p:txBody>
      </p:sp>
    </p:spTree>
    <p:extLst>
      <p:ext uri="{BB962C8B-B14F-4D97-AF65-F5344CB8AC3E}">
        <p14:creationId xmlns:p14="http://schemas.microsoft.com/office/powerpoint/2010/main" val="1607908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114F2-D8EF-93A9-0C39-4BB732FD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sz="4400" dirty="0"/>
              <a:t>Questions &amp; Comments</a:t>
            </a:r>
            <a:endParaRPr lang="en-SA" sz="4400" dirty="0"/>
          </a:p>
        </p:txBody>
      </p:sp>
    </p:spTree>
    <p:extLst>
      <p:ext uri="{BB962C8B-B14F-4D97-AF65-F5344CB8AC3E}">
        <p14:creationId xmlns:p14="http://schemas.microsoft.com/office/powerpoint/2010/main" val="9296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EC9E49B7-4EF5-484D-A5C3-E44E8A0091EA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18307F-863E-465D-9426-B14DA0CBD25E}">
  <ds:schemaRefs>
    <ds:schemaRef ds:uri="http://schemas.microsoft.com/sharepoint/v3"/>
    <ds:schemaRef ds:uri="16c05727-aa75-4e4a-9b5f-8a80a1165891"/>
    <ds:schemaRef ds:uri="http://schemas.microsoft.com/office/2006/metadata/properties"/>
    <ds:schemaRef ds:uri="http://www.w3.org/XML/1998/namespace"/>
    <ds:schemaRef ds:uri="230e9df3-be65-4c73-a93b-d1236ebd677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1af3243-3dd4-4a8d-8c0d-dd76da1f02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8F2847D-96C7-4634-93AB-D232DDB6E5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4F6EFD-5A76-4C77-A0A3-4BA9EAEE14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25247</TotalTime>
  <Words>633</Words>
  <Application>Microsoft Macintosh PowerPoint</Application>
  <PresentationFormat>Widescreen</PresentationFormat>
  <Paragraphs>98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Harding</vt:lpstr>
      <vt:lpstr>Custom</vt:lpstr>
      <vt:lpstr>GFM in Practice: Matching Models to Research Goals</vt:lpstr>
      <vt:lpstr>Agenda</vt:lpstr>
      <vt:lpstr>What’s Special with Using GFMs?</vt:lpstr>
      <vt:lpstr>Framing Your Genomic Problem for Finetuning</vt:lpstr>
      <vt:lpstr>Criteria for Selecting a GFM</vt:lpstr>
      <vt:lpstr>Data Preparation &amp; Cleaning</vt:lpstr>
      <vt:lpstr>Dataset Assembly</vt:lpstr>
      <vt:lpstr>Fine-Tuning Workflow (Hugging Face)</vt:lpstr>
      <vt:lpstr>Evaluation &amp; Validation Best Practices</vt:lpstr>
      <vt:lpstr>Hands on using Human and Microbial Use Cases</vt:lpstr>
      <vt:lpstr>Questions &amp; 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Ikram Ullah</cp:lastModifiedBy>
  <cp:revision>814</cp:revision>
  <cp:lastPrinted>2025-05-18T13:30:56Z</cp:lastPrinted>
  <dcterms:created xsi:type="dcterms:W3CDTF">2025-04-08T12:26:15Z</dcterms:created>
  <dcterms:modified xsi:type="dcterms:W3CDTF">2026-01-04T08:15:45Z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